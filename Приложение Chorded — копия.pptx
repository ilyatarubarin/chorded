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1" r:id="rId1"/>
  </p:sldMasterIdLst>
  <p:sldIdLst>
    <p:sldId id="256" r:id="rId2"/>
    <p:sldId id="257" r:id="rId3"/>
    <p:sldId id="259" r:id="rId4"/>
    <p:sldId id="258" r:id="rId5"/>
    <p:sldId id="260" r:id="rId6"/>
    <p:sldId id="263" r:id="rId7"/>
    <p:sldId id="264" r:id="rId8"/>
    <p:sldId id="265" r:id="rId9"/>
    <p:sldId id="266" r:id="rId10"/>
    <p:sldId id="262" r:id="rId11"/>
    <p:sldId id="267" r:id="rId12"/>
    <p:sldId id="261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Ilya Tarubarin" userId="37cdbbeae8292093" providerId="LiveId" clId="{351C7745-CFA2-417B-91D5-E5C8A52064BB}"/>
    <pc:docChg chg="undo redo custSel addSld modSld sldOrd addMainMaster delMainMaster">
      <pc:chgData name="Ilya Tarubarin" userId="37cdbbeae8292093" providerId="LiveId" clId="{351C7745-CFA2-417B-91D5-E5C8A52064BB}" dt="2025-12-19T23:07:50.120" v="3122" actId="5793"/>
      <pc:docMkLst>
        <pc:docMk/>
      </pc:docMkLst>
      <pc:sldChg chg="addSp modSp new mod">
        <pc:chgData name="Ilya Tarubarin" userId="37cdbbeae8292093" providerId="LiveId" clId="{351C7745-CFA2-417B-91D5-E5C8A52064BB}" dt="2025-12-19T22:36:43.364" v="2594" actId="5793"/>
        <pc:sldMkLst>
          <pc:docMk/>
          <pc:sldMk cId="3397915655" sldId="257"/>
        </pc:sldMkLst>
        <pc:spChg chg="mod">
          <ac:chgData name="Ilya Tarubarin" userId="37cdbbeae8292093" providerId="LiveId" clId="{351C7745-CFA2-417B-91D5-E5C8A52064BB}" dt="2025-12-19T22:35:58.335" v="2582"/>
          <ac:spMkLst>
            <pc:docMk/>
            <pc:sldMk cId="3397915655" sldId="257"/>
            <ac:spMk id="2" creationId="{58895507-C646-A9EA-84C6-47A3CB5F68D8}"/>
          </ac:spMkLst>
        </pc:spChg>
        <pc:spChg chg="mod">
          <ac:chgData name="Ilya Tarubarin" userId="37cdbbeae8292093" providerId="LiveId" clId="{351C7745-CFA2-417B-91D5-E5C8A52064BB}" dt="2025-12-19T22:36:43.364" v="2594" actId="5793"/>
          <ac:spMkLst>
            <pc:docMk/>
            <pc:sldMk cId="3397915655" sldId="257"/>
            <ac:spMk id="3" creationId="{874486C9-D9C9-752E-9A20-45A84A7C27BF}"/>
          </ac:spMkLst>
        </pc:spChg>
      </pc:sldChg>
      <pc:sldChg chg="addSp delSp modSp new mod ord setBg">
        <pc:chgData name="Ilya Tarubarin" userId="37cdbbeae8292093" providerId="LiveId" clId="{351C7745-CFA2-417B-91D5-E5C8A52064BB}" dt="2025-12-19T22:59:02.833" v="2778" actId="27636"/>
        <pc:sldMkLst>
          <pc:docMk/>
          <pc:sldMk cId="796298754" sldId="258"/>
        </pc:sldMkLst>
        <pc:spChg chg="mod">
          <ac:chgData name="Ilya Tarubarin" userId="37cdbbeae8292093" providerId="LiveId" clId="{351C7745-CFA2-417B-91D5-E5C8A52064BB}" dt="2025-12-19T22:59:02.833" v="2778" actId="27636"/>
          <ac:spMkLst>
            <pc:docMk/>
            <pc:sldMk cId="796298754" sldId="258"/>
            <ac:spMk id="3" creationId="{8E6229FC-1455-3E99-0773-39A8A33E3B4C}"/>
          </ac:spMkLst>
        </pc:spChg>
      </pc:sldChg>
      <pc:sldChg chg="addSp modSp new mod setBg">
        <pc:chgData name="Ilya Tarubarin" userId="37cdbbeae8292093" providerId="LiveId" clId="{351C7745-CFA2-417B-91D5-E5C8A52064BB}" dt="2025-12-19T23:07:29.495" v="3120" actId="20577"/>
        <pc:sldMkLst>
          <pc:docMk/>
          <pc:sldMk cId="317121891" sldId="259"/>
        </pc:sldMkLst>
        <pc:spChg chg="mod">
          <ac:chgData name="Ilya Tarubarin" userId="37cdbbeae8292093" providerId="LiveId" clId="{351C7745-CFA2-417B-91D5-E5C8A52064BB}" dt="2025-12-19T22:36:52.925" v="2595"/>
          <ac:spMkLst>
            <pc:docMk/>
            <pc:sldMk cId="317121891" sldId="259"/>
            <ac:spMk id="2" creationId="{4189F680-F26F-90B4-26AF-F871811EEDC0}"/>
          </ac:spMkLst>
        </pc:spChg>
        <pc:spChg chg="mod ord">
          <ac:chgData name="Ilya Tarubarin" userId="37cdbbeae8292093" providerId="LiveId" clId="{351C7745-CFA2-417B-91D5-E5C8A52064BB}" dt="2025-12-19T23:07:29.495" v="3120" actId="20577"/>
          <ac:spMkLst>
            <pc:docMk/>
            <pc:sldMk cId="317121891" sldId="259"/>
            <ac:spMk id="3" creationId="{2ADBD1C7-79A1-AD44-9F91-4CDB3EDEBB2E}"/>
          </ac:spMkLst>
        </pc:spChg>
      </pc:sldChg>
      <pc:sldChg chg="addSp delSp modSp new mod">
        <pc:chgData name="Ilya Tarubarin" userId="37cdbbeae8292093" providerId="LiveId" clId="{351C7745-CFA2-417B-91D5-E5C8A52064BB}" dt="2025-12-19T22:55:04.568" v="2765" actId="20577"/>
        <pc:sldMkLst>
          <pc:docMk/>
          <pc:sldMk cId="575479488" sldId="260"/>
        </pc:sldMkLst>
        <pc:spChg chg="mod">
          <ac:chgData name="Ilya Tarubarin" userId="37cdbbeae8292093" providerId="LiveId" clId="{351C7745-CFA2-417B-91D5-E5C8A52064BB}" dt="2025-12-19T22:37:49.567" v="2606"/>
          <ac:spMkLst>
            <pc:docMk/>
            <pc:sldMk cId="575479488" sldId="260"/>
            <ac:spMk id="2" creationId="{802DDCDE-0FC4-6303-4C38-808E0266CABE}"/>
          </ac:spMkLst>
        </pc:spChg>
        <pc:spChg chg="add del mod">
          <ac:chgData name="Ilya Tarubarin" userId="37cdbbeae8292093" providerId="LiveId" clId="{351C7745-CFA2-417B-91D5-E5C8A52064BB}" dt="2025-12-19T22:39:02.340" v="2642" actId="27636"/>
          <ac:spMkLst>
            <pc:docMk/>
            <pc:sldMk cId="575479488" sldId="260"/>
            <ac:spMk id="3" creationId="{759369E1-7BC4-9272-2815-53BD986A75E7}"/>
          </ac:spMkLst>
        </pc:spChg>
        <pc:spChg chg="add">
          <ac:chgData name="Ilya Tarubarin" userId="37cdbbeae8292093" providerId="LiveId" clId="{351C7745-CFA2-417B-91D5-E5C8A52064BB}" dt="2025-12-19T22:37:55.309" v="2607"/>
          <ac:spMkLst>
            <pc:docMk/>
            <pc:sldMk cId="575479488" sldId="260"/>
            <ac:spMk id="4" creationId="{13ACAD0E-3A32-89E9-B1CA-CCCDDC92459D}"/>
          </ac:spMkLst>
        </pc:spChg>
        <pc:spChg chg="add mod">
          <ac:chgData name="Ilya Tarubarin" userId="37cdbbeae8292093" providerId="LiveId" clId="{351C7745-CFA2-417B-91D5-E5C8A52064BB}" dt="2025-12-19T22:38:11.005" v="2612"/>
          <ac:spMkLst>
            <pc:docMk/>
            <pc:sldMk cId="575479488" sldId="260"/>
            <ac:spMk id="5" creationId="{800EBF96-95CF-323F-4A03-04213C2E25C9}"/>
          </ac:spMkLst>
        </pc:spChg>
        <pc:spChg chg="add mod">
          <ac:chgData name="Ilya Tarubarin" userId="37cdbbeae8292093" providerId="LiveId" clId="{351C7745-CFA2-417B-91D5-E5C8A52064BB}" dt="2025-12-19T22:38:14.307" v="2614"/>
          <ac:spMkLst>
            <pc:docMk/>
            <pc:sldMk cId="575479488" sldId="260"/>
            <ac:spMk id="6" creationId="{8FB4E5E4-1846-4C71-B901-1C5367BE24F0}"/>
          </ac:spMkLst>
        </pc:spChg>
        <pc:spChg chg="add mod">
          <ac:chgData name="Ilya Tarubarin" userId="37cdbbeae8292093" providerId="LiveId" clId="{351C7745-CFA2-417B-91D5-E5C8A52064BB}" dt="2025-12-19T22:55:04.568" v="2765" actId="20577"/>
          <ac:spMkLst>
            <pc:docMk/>
            <pc:sldMk cId="575479488" sldId="260"/>
            <ac:spMk id="7" creationId="{1FFF8112-8238-CADE-3E68-F1F24B3DD7DA}"/>
          </ac:spMkLst>
        </pc:spChg>
      </pc:sldChg>
      <pc:sldChg chg="addSp modSp new mod ord setBg">
        <pc:chgData name="Ilya Tarubarin" userId="37cdbbeae8292093" providerId="LiveId" clId="{351C7745-CFA2-417B-91D5-E5C8A52064BB}" dt="2025-12-19T22:44:22.384" v="2692"/>
        <pc:sldMkLst>
          <pc:docMk/>
          <pc:sldMk cId="815034353" sldId="261"/>
        </pc:sldMkLst>
      </pc:sldChg>
      <pc:sldChg chg="addSp modSp new mod ord setBg">
        <pc:chgData name="Ilya Tarubarin" userId="37cdbbeae8292093" providerId="LiveId" clId="{351C7745-CFA2-417B-91D5-E5C8A52064BB}" dt="2025-12-19T22:41:53.234" v="2681"/>
        <pc:sldMkLst>
          <pc:docMk/>
          <pc:sldMk cId="2227304390" sldId="262"/>
        </pc:sldMkLst>
        <pc:spChg chg="mod">
          <ac:chgData name="Ilya Tarubarin" userId="37cdbbeae8292093" providerId="LiveId" clId="{351C7745-CFA2-417B-91D5-E5C8A52064BB}" dt="2025-12-19T22:41:53.234" v="2681"/>
          <ac:spMkLst>
            <pc:docMk/>
            <pc:sldMk cId="2227304390" sldId="262"/>
            <ac:spMk id="3" creationId="{0E04AEB7-8DBF-A19F-16BC-37F1D2A22888}"/>
          </ac:spMkLst>
        </pc:spChg>
      </pc:sldChg>
      <pc:sldChg chg="addSp delSp modSp new mod">
        <pc:chgData name="Ilya Tarubarin" userId="37cdbbeae8292093" providerId="LiveId" clId="{351C7745-CFA2-417B-91D5-E5C8A52064BB}" dt="2025-12-19T22:55:16.326" v="2771" actId="15"/>
        <pc:sldMkLst>
          <pc:docMk/>
          <pc:sldMk cId="3546372970" sldId="263"/>
        </pc:sldMkLst>
        <pc:spChg chg="mod">
          <ac:chgData name="Ilya Tarubarin" userId="37cdbbeae8292093" providerId="LiveId" clId="{351C7745-CFA2-417B-91D5-E5C8A52064BB}" dt="2025-12-19T22:39:44.095" v="2648"/>
          <ac:spMkLst>
            <pc:docMk/>
            <pc:sldMk cId="3546372970" sldId="263"/>
            <ac:spMk id="2" creationId="{BB85F64B-16B9-D222-5336-4564D721F037}"/>
          </ac:spMkLst>
        </pc:spChg>
        <pc:spChg chg="add del">
          <ac:chgData name="Ilya Tarubarin" userId="37cdbbeae8292093" providerId="LiveId" clId="{351C7745-CFA2-417B-91D5-E5C8A52064BB}" dt="2025-12-19T22:39:54.318" v="2653"/>
          <ac:spMkLst>
            <pc:docMk/>
            <pc:sldMk cId="3546372970" sldId="263"/>
            <ac:spMk id="3" creationId="{3F46E132-AE87-6201-458F-A6F337C21FF4}"/>
          </ac:spMkLst>
        </pc:spChg>
        <pc:spChg chg="add mod">
          <ac:chgData name="Ilya Tarubarin" userId="37cdbbeae8292093" providerId="LiveId" clId="{351C7745-CFA2-417B-91D5-E5C8A52064BB}" dt="2025-12-19T22:55:16.326" v="2771" actId="15"/>
          <ac:spMkLst>
            <pc:docMk/>
            <pc:sldMk cId="3546372970" sldId="263"/>
            <ac:spMk id="4" creationId="{C295F00F-C883-5B7C-31B4-261FD768BE45}"/>
          </ac:spMkLst>
        </pc:spChg>
      </pc:sldChg>
      <pc:sldChg chg="addSp delSp modSp new mod">
        <pc:chgData name="Ilya Tarubarin" userId="37cdbbeae8292093" providerId="LiveId" clId="{351C7745-CFA2-417B-91D5-E5C8A52064BB}" dt="2025-12-19T22:55:22.970" v="2776" actId="15"/>
        <pc:sldMkLst>
          <pc:docMk/>
          <pc:sldMk cId="2697054171" sldId="264"/>
        </pc:sldMkLst>
        <pc:spChg chg="mod">
          <ac:chgData name="Ilya Tarubarin" userId="37cdbbeae8292093" providerId="LiveId" clId="{351C7745-CFA2-417B-91D5-E5C8A52064BB}" dt="2025-12-19T22:40:57.314" v="2669" actId="1076"/>
          <ac:spMkLst>
            <pc:docMk/>
            <pc:sldMk cId="2697054171" sldId="264"/>
            <ac:spMk id="2" creationId="{F51A8BEA-448C-AD43-1739-E0CAB38A4CCD}"/>
          </ac:spMkLst>
        </pc:spChg>
        <pc:spChg chg="del mod">
          <ac:chgData name="Ilya Tarubarin" userId="37cdbbeae8292093" providerId="LiveId" clId="{351C7745-CFA2-417B-91D5-E5C8A52064BB}" dt="2025-12-19T22:40:19.868" v="2660"/>
          <ac:spMkLst>
            <pc:docMk/>
            <pc:sldMk cId="2697054171" sldId="264"/>
            <ac:spMk id="3" creationId="{8A5ACE03-A025-1413-EF15-CF279EBE54E1}"/>
          </ac:spMkLst>
        </pc:spChg>
        <pc:spChg chg="add mod">
          <ac:chgData name="Ilya Tarubarin" userId="37cdbbeae8292093" providerId="LiveId" clId="{351C7745-CFA2-417B-91D5-E5C8A52064BB}" dt="2025-12-19T22:55:22.970" v="2776" actId="15"/>
          <ac:spMkLst>
            <pc:docMk/>
            <pc:sldMk cId="2697054171" sldId="264"/>
            <ac:spMk id="4" creationId="{487C56AE-4F53-1540-DE2F-5C9042D9B58A}"/>
          </ac:spMkLst>
        </pc:spChg>
      </pc:sldChg>
      <pc:sldChg chg="modSp new mod">
        <pc:chgData name="Ilya Tarubarin" userId="37cdbbeae8292093" providerId="LiveId" clId="{351C7745-CFA2-417B-91D5-E5C8A52064BB}" dt="2025-12-19T22:41:20.193" v="2675" actId="1076"/>
        <pc:sldMkLst>
          <pc:docMk/>
          <pc:sldMk cId="2821710503" sldId="265"/>
        </pc:sldMkLst>
        <pc:spChg chg="mod">
          <ac:chgData name="Ilya Tarubarin" userId="37cdbbeae8292093" providerId="LiveId" clId="{351C7745-CFA2-417B-91D5-E5C8A52064BB}" dt="2025-12-19T22:41:07.851" v="2671"/>
          <ac:spMkLst>
            <pc:docMk/>
            <pc:sldMk cId="2821710503" sldId="265"/>
            <ac:spMk id="2" creationId="{1E6F73E0-8285-A4B1-3485-A68B23DB21F8}"/>
          </ac:spMkLst>
        </pc:spChg>
        <pc:spChg chg="mod">
          <ac:chgData name="Ilya Tarubarin" userId="37cdbbeae8292093" providerId="LiveId" clId="{351C7745-CFA2-417B-91D5-E5C8A52064BB}" dt="2025-12-19T22:41:20.193" v="2675" actId="1076"/>
          <ac:spMkLst>
            <pc:docMk/>
            <pc:sldMk cId="2821710503" sldId="265"/>
            <ac:spMk id="3" creationId="{F387181F-1B52-92E9-1775-41D56395630F}"/>
          </ac:spMkLst>
        </pc:spChg>
      </pc:sldChg>
      <pc:sldChg chg="modSp new mod">
        <pc:chgData name="Ilya Tarubarin" userId="37cdbbeae8292093" providerId="LiveId" clId="{351C7745-CFA2-417B-91D5-E5C8A52064BB}" dt="2025-12-19T23:02:54.557" v="3103" actId="5793"/>
        <pc:sldMkLst>
          <pc:docMk/>
          <pc:sldMk cId="3219964524" sldId="266"/>
        </pc:sldMkLst>
        <pc:spChg chg="mod">
          <ac:chgData name="Ilya Tarubarin" userId="37cdbbeae8292093" providerId="LiveId" clId="{351C7745-CFA2-417B-91D5-E5C8A52064BB}" dt="2025-12-19T22:41:30.864" v="2677"/>
          <ac:spMkLst>
            <pc:docMk/>
            <pc:sldMk cId="3219964524" sldId="266"/>
            <ac:spMk id="2" creationId="{E3D5FB32-BDA4-AA08-5B14-097028AFEB0A}"/>
          </ac:spMkLst>
        </pc:spChg>
        <pc:spChg chg="mod">
          <ac:chgData name="Ilya Tarubarin" userId="37cdbbeae8292093" providerId="LiveId" clId="{351C7745-CFA2-417B-91D5-E5C8A52064BB}" dt="2025-12-19T23:02:54.557" v="3103" actId="5793"/>
          <ac:spMkLst>
            <pc:docMk/>
            <pc:sldMk cId="3219964524" sldId="266"/>
            <ac:spMk id="3" creationId="{A8426724-A8D3-FCB8-3E21-9FFC3B234F2C}"/>
          </ac:spMkLst>
        </pc:spChg>
      </pc:sldChg>
      <pc:sldChg chg="addSp delSp modSp new">
        <pc:chgData name="Ilya Tarubarin" userId="37cdbbeae8292093" providerId="LiveId" clId="{351C7745-CFA2-417B-91D5-E5C8A52064BB}" dt="2025-12-19T22:42:15.188" v="2684"/>
        <pc:sldMkLst>
          <pc:docMk/>
          <pc:sldMk cId="1078316829" sldId="267"/>
        </pc:sldMkLst>
        <pc:spChg chg="mod">
          <ac:chgData name="Ilya Tarubarin" userId="37cdbbeae8292093" providerId="LiveId" clId="{351C7745-CFA2-417B-91D5-E5C8A52064BB}" dt="2025-12-19T22:42:07.389" v="2683"/>
          <ac:spMkLst>
            <pc:docMk/>
            <pc:sldMk cId="1078316829" sldId="267"/>
            <ac:spMk id="2" creationId="{BCE743FB-EE36-ACDB-47F3-35902D724ED0}"/>
          </ac:spMkLst>
        </pc:spChg>
        <pc:spChg chg="del">
          <ac:chgData name="Ilya Tarubarin" userId="37cdbbeae8292093" providerId="LiveId" clId="{351C7745-CFA2-417B-91D5-E5C8A52064BB}" dt="2025-12-19T22:42:15.188" v="2684"/>
          <ac:spMkLst>
            <pc:docMk/>
            <pc:sldMk cId="1078316829" sldId="267"/>
            <ac:spMk id="3" creationId="{CE63327C-CEC3-1F91-EA3F-78A4FFC55260}"/>
          </ac:spMkLst>
        </pc:spChg>
        <pc:spChg chg="add mod">
          <ac:chgData name="Ilya Tarubarin" userId="37cdbbeae8292093" providerId="LiveId" clId="{351C7745-CFA2-417B-91D5-E5C8A52064BB}" dt="2025-12-19T22:42:15.188" v="2684"/>
          <ac:spMkLst>
            <pc:docMk/>
            <pc:sldMk cId="1078316829" sldId="267"/>
            <ac:spMk id="4" creationId="{A319C4FB-8752-DE83-5D8D-32BFFCAB4D60}"/>
          </ac:spMkLst>
        </pc:spChg>
      </pc:sldChg>
      <pc:sldChg chg="modSp new mod">
        <pc:chgData name="Ilya Tarubarin" userId="37cdbbeae8292093" providerId="LiveId" clId="{351C7745-CFA2-417B-91D5-E5C8A52064BB}" dt="2025-12-19T23:07:50.120" v="3122" actId="5793"/>
        <pc:sldMkLst>
          <pc:docMk/>
          <pc:sldMk cId="3738938552" sldId="268"/>
        </pc:sldMkLst>
        <pc:spChg chg="mod">
          <ac:chgData name="Ilya Tarubarin" userId="37cdbbeae8292093" providerId="LiveId" clId="{351C7745-CFA2-417B-91D5-E5C8A52064BB}" dt="2025-12-19T22:42:28.467" v="2686"/>
          <ac:spMkLst>
            <pc:docMk/>
            <pc:sldMk cId="3738938552" sldId="268"/>
            <ac:spMk id="2" creationId="{A75F6832-F7C6-4F64-35E5-8EEF13E3CF9C}"/>
          </ac:spMkLst>
        </pc:spChg>
        <pc:spChg chg="mod">
          <ac:chgData name="Ilya Tarubarin" userId="37cdbbeae8292093" providerId="LiveId" clId="{351C7745-CFA2-417B-91D5-E5C8A52064BB}" dt="2025-12-19T23:07:50.120" v="3122" actId="5793"/>
          <ac:spMkLst>
            <pc:docMk/>
            <pc:sldMk cId="3738938552" sldId="268"/>
            <ac:spMk id="3" creationId="{A2C57BC0-FEC0-8815-071E-F500A9661C24}"/>
          </ac:spMkLst>
        </pc:spChg>
      </pc:sldChg>
      <pc:sldChg chg="modSp new mod">
        <pc:chgData name="Ilya Tarubarin" userId="37cdbbeae8292093" providerId="LiveId" clId="{351C7745-CFA2-417B-91D5-E5C8A52064BB}" dt="2025-12-19T23:07:45.268" v="3121" actId="5793"/>
        <pc:sldMkLst>
          <pc:docMk/>
          <pc:sldMk cId="2319710818" sldId="269"/>
        </pc:sldMkLst>
        <pc:spChg chg="mod">
          <ac:chgData name="Ilya Tarubarin" userId="37cdbbeae8292093" providerId="LiveId" clId="{351C7745-CFA2-417B-91D5-E5C8A52064BB}" dt="2025-12-19T22:42:54.508" v="2689"/>
          <ac:spMkLst>
            <pc:docMk/>
            <pc:sldMk cId="2319710818" sldId="269"/>
            <ac:spMk id="2" creationId="{D0C0AA92-0E44-0C5A-A85D-38A99D8BAE05}"/>
          </ac:spMkLst>
        </pc:spChg>
        <pc:spChg chg="mod">
          <ac:chgData name="Ilya Tarubarin" userId="37cdbbeae8292093" providerId="LiveId" clId="{351C7745-CFA2-417B-91D5-E5C8A52064BB}" dt="2025-12-19T23:07:45.268" v="3121" actId="5793"/>
          <ac:spMkLst>
            <pc:docMk/>
            <pc:sldMk cId="2319710818" sldId="269"/>
            <ac:spMk id="3" creationId="{4AD00F7A-3565-BE86-904F-2BFE443D15EB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A67E988-5919-57BB-C7DE-D3EAD38A30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70" y="6209925"/>
            <a:ext cx="11155680" cy="45719"/>
          </a:xfrm>
          <a:custGeom>
            <a:avLst/>
            <a:gdLst>
              <a:gd name="connsiteX0" fmla="*/ 0 w 8715708"/>
              <a:gd name="connsiteY0" fmla="*/ 0 h 45719"/>
              <a:gd name="connsiteX1" fmla="*/ 3694525 w 8715708"/>
              <a:gd name="connsiteY1" fmla="*/ 0 h 45719"/>
              <a:gd name="connsiteX2" fmla="*/ 5021183 w 8715708"/>
              <a:gd name="connsiteY2" fmla="*/ 0 h 45719"/>
              <a:gd name="connsiteX3" fmla="*/ 8715708 w 8715708"/>
              <a:gd name="connsiteY3" fmla="*/ 0 h 45719"/>
              <a:gd name="connsiteX4" fmla="*/ 8715708 w 8715708"/>
              <a:gd name="connsiteY4" fmla="*/ 45719 h 45719"/>
              <a:gd name="connsiteX5" fmla="*/ 5021183 w 8715708"/>
              <a:gd name="connsiteY5" fmla="*/ 45719 h 45719"/>
              <a:gd name="connsiteX6" fmla="*/ 3694525 w 8715708"/>
              <a:gd name="connsiteY6" fmla="*/ 45719 h 45719"/>
              <a:gd name="connsiteX7" fmla="*/ 0 w 8715708"/>
              <a:gd name="connsiteY7" fmla="*/ 45719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715708" h="45719">
                <a:moveTo>
                  <a:pt x="0" y="0"/>
                </a:moveTo>
                <a:lnTo>
                  <a:pt x="3694525" y="0"/>
                </a:lnTo>
                <a:lnTo>
                  <a:pt x="5021183" y="0"/>
                </a:lnTo>
                <a:lnTo>
                  <a:pt x="8715708" y="0"/>
                </a:lnTo>
                <a:lnTo>
                  <a:pt x="8715708" y="45719"/>
                </a:lnTo>
                <a:lnTo>
                  <a:pt x="5021183" y="45719"/>
                </a:lnTo>
                <a:lnTo>
                  <a:pt x="3694525" y="45719"/>
                </a:lnTo>
                <a:lnTo>
                  <a:pt x="0" y="4571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2327B2-BA4B-2C04-0751-5CB63D4AA4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208" y="978408"/>
            <a:ext cx="11155680" cy="3429000"/>
          </a:xfrm>
        </p:spPr>
        <p:txBody>
          <a:bodyPr anchor="t">
            <a:normAutofit/>
          </a:bodyPr>
          <a:lstStyle>
            <a:lvl1pPr algn="l">
              <a:defRPr sz="7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201176-DC7A-4C3D-3D8F-352526DA7B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1208" y="4480560"/>
            <a:ext cx="7104888" cy="1399032"/>
          </a:xfrm>
        </p:spPr>
        <p:txBody>
          <a:bodyPr anchor="b">
            <a:normAutofit/>
          </a:bodyPr>
          <a:lstStyle>
            <a:lvl1pPr marL="0" indent="0" algn="l">
              <a:buNone/>
              <a:defRPr sz="2200" i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7DC221-9A2E-7459-102F-C3CFB27CC3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12/20/2025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020671-6F7D-3A03-EEC1-661A87F96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453D3A-E0F9-8386-2A6C-96671FBB1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09962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26D03-149A-DAB3-4B2A-E9B74F2E2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C1E73D-41A7-9934-0990-9208B95232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BB2A3F-E719-673C-5D56-F663712D0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12/20/2025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AE594A-52F5-D85E-343C-ADFEE3C72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7D5C9C-B2E2-FC26-E459-9E880EF97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0794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9D51F-B2D5-2804-4F7C-C99850FBD0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4288536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FE5516-03B6-C488-EB4A-68AE681EDF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5266944"/>
            <a:ext cx="5020056" cy="1088136"/>
          </a:xfrm>
        </p:spPr>
        <p:txBody>
          <a:bodyPr anchor="b">
            <a:normAutofit/>
          </a:bodyPr>
          <a:lstStyle>
            <a:lvl1pPr marL="0" indent="0">
              <a:buNone/>
              <a:defRPr sz="2200" i="1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ECB4D7-49A7-D050-70B9-11A1E2D44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12/20/2025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9A913F-AD00-C1EE-B01A-8590671C0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4FC386-B2AF-6FAD-D053-E22D48CD7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E1E1B67-3BFF-F04B-52F4-7E724FB3B24D}"/>
              </a:ext>
            </a:extLst>
          </p:cNvPr>
          <p:cNvSpPr/>
          <p:nvPr/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37471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CE3B21-CF4D-1B01-0F4E-D32C1B218B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B39FF2-6858-B514-B695-58442557D0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1208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A30130-974D-B91D-5B93-EC52AABDB5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19672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5BED99-6FD7-9C6B-1152-A6E42715B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12/20/2025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253AAC-5967-2565-A715-82D3505AB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B51313-69FB-E016-3CC1-62CA476ED2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54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DF9D-B849-CE37-97E4-AD37F88067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64824" cy="12161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D4C626-4008-960A-E601-6AA9F4BB8D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6E8D6C-AC07-ED6B-2EA8-9C40A5AEA7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1208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52617E-C6D9-246B-E7B7-8159DF17C0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19672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DBC2094-7EBC-02C5-5AB5-233E63080A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519672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3010BD2-59B4-FD2E-3C5E-C83AE60039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12/20/2025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2B35C4-A654-7759-BDA0-94D9D1A21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5F4347-2EC0-CA6E-2637-8048456D7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07292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4716D-52F2-C7FB-83B1-2DA1AD37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6F4A371-AC27-6A28-32E6-74A28371BF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12/20/2025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55941A-A24E-885D-E894-0326F4C40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D5E5B4-971F-FF6A-1B07-A5C853705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07624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99F431F-E6DC-4137-3092-A30A0A3628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12/20/2025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6AC814B-67B4-C70F-FA51-6205D5E2CB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EAA9C9-D895-DD20-1089-EA75EA428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0363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50562-884C-9053-70C1-3B72A0B45E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18F509-68F0-39D5-1A8B-CE246715AE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19672" y="987424"/>
            <a:ext cx="5166360" cy="5358384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58E37C-27CE-3A84-FC74-BDCCD8A9A3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A95F79-E23E-11D2-40BF-66ED340195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12/20/2025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57F7FC-06F3-3D89-5D1A-4EC4B1D735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54ACD5-6E0B-5713-DC9A-41E9D62AB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85647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B2D45-7CDB-D38C-2AAE-273F79767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BF0855-1744-56E4-B115-3A3C5EA783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519672" y="987424"/>
            <a:ext cx="5166360" cy="535838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5E8A1D-28AE-4A19-BD96-401D4822A5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327DDB-CE95-4C89-DFC5-7DDBFC24E8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12/20/2025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22C835-F3B5-943C-FFC4-D5BA9666AF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709891-6E3C-ADED-01DD-15FCED37A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41627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36771-E72D-FAD8-771E-3E196DD2E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5BB827-257D-60D9-792F-E695900429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E5D2E7-C856-F78A-E88C-375474982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12/20/2025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DAB289-9591-51C9-9E3C-B6F2ACC6A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FE037C-790D-7442-8E43-D2740B395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8516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2635151-A38B-3766-6A32-FF1DF7687D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659368" y="978408"/>
            <a:ext cx="2551176" cy="536752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D132D1-640C-FB9A-AD6F-D845738349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1208" y="978408"/>
            <a:ext cx="8010144" cy="536752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55F80A-4BA7-8ED8-9A62-B92194272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12/20/2025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E38113-D55A-A1A0-D1FE-53C95860FB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919DDB-F89D-4B2D-21A2-82AF1D102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2572D8-D485-1DB1-34B1-C35C61C89940}"/>
              </a:ext>
            </a:extLst>
          </p:cNvPr>
          <p:cNvSpPr/>
          <p:nvPr/>
        </p:nvSpPr>
        <p:spPr>
          <a:xfrm rot="5400000">
            <a:off x="8936623" y="3585018"/>
            <a:ext cx="5325734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65724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31A28D7-6581-4956-AAE3-9104804DF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46304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CFCCA4-57A4-08A1-FC45-D2BBA66FAB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578608"/>
            <a:ext cx="11155680" cy="37673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FAA0F4-2442-8D45-3C3D-1B8F55C8683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1208" y="6419088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E80C50CD-E178-4744-9B35-B2F624D6C5E9}" type="datetimeFigureOut">
              <a:rPr lang="en-US" smtClean="0"/>
              <a:pPr/>
              <a:t>12/20/2025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03785E-FB42-1D54-92AC-D0A61A8FAB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21208" y="10058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C9CF34-1274-DB45-4809-90E5D244A9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57432" y="6419088"/>
            <a:ext cx="6400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774A975B-A886-5202-0489-6965514A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44401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6" r:id="rId1"/>
    <p:sldLayoutId id="2147483707" r:id="rId2"/>
    <p:sldLayoutId id="2147483708" r:id="rId3"/>
    <p:sldLayoutId id="2147483709" r:id="rId4"/>
    <p:sldLayoutId id="2147483710" r:id="rId5"/>
    <p:sldLayoutId id="2147483704" r:id="rId6"/>
    <p:sldLayoutId id="2147483700" r:id="rId7"/>
    <p:sldLayoutId id="2147483701" r:id="rId8"/>
    <p:sldLayoutId id="2147483702" r:id="rId9"/>
    <p:sldLayoutId id="2147483703" r:id="rId10"/>
    <p:sldLayoutId id="2147483705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7E2F724-2FB3-4D1D-A730-739B8654C0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2"/>
            <a:ext cx="12192000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4987FEC-D433-3774-A5BE-C9B250CC3D6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0000"/>
          </a:blip>
          <a:srcRect t="5077" b="22576"/>
          <a:stretch>
            <a:fillRect/>
          </a:stretch>
        </p:blipFill>
        <p:spPr>
          <a:xfrm>
            <a:off x="-2" y="-2"/>
            <a:ext cx="12192001" cy="6858001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4821160-CADE-2CF9-7B4E-C98B65AA8FE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7870" y="978407"/>
            <a:ext cx="5021182" cy="3290107"/>
          </a:xfrm>
        </p:spPr>
        <p:txBody>
          <a:bodyPr anchor="t">
            <a:normAutofit/>
          </a:bodyPr>
          <a:lstStyle/>
          <a:p>
            <a:pPr>
              <a:lnSpc>
                <a:spcPct val="90000"/>
              </a:lnSpc>
            </a:pPr>
            <a:r>
              <a:rPr lang="ru-RU" sz="5600" dirty="0">
                <a:solidFill>
                  <a:srgbClr val="FFFFFF"/>
                </a:solidFill>
              </a:rPr>
              <a:t>Разработка мобильного приложения </a:t>
            </a:r>
            <a:r>
              <a:rPr lang="en-US" sz="5600" dirty="0">
                <a:solidFill>
                  <a:srgbClr val="FFFFFF"/>
                </a:solidFill>
              </a:rPr>
              <a:t>chorded</a:t>
            </a:r>
            <a:r>
              <a:rPr lang="ru-RU" sz="5600" dirty="0">
                <a:solidFill>
                  <a:srgbClr val="FFFFFF"/>
                </a:solidFill>
              </a:rPr>
              <a:t>♪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A190E0D7-0EF5-0BB9-07CB-EB842C971EE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17870" y="4482450"/>
            <a:ext cx="5040785" cy="1724029"/>
          </a:xfrm>
        </p:spPr>
        <p:txBody>
          <a:bodyPr anchor="t">
            <a:normAutofit/>
          </a:bodyPr>
          <a:lstStyle/>
          <a:p>
            <a:r>
              <a:rPr lang="ru-RU" sz="2400" dirty="0">
                <a:solidFill>
                  <a:srgbClr val="FFFFFF"/>
                </a:solidFill>
              </a:rPr>
              <a:t>Выполнил студент </a:t>
            </a:r>
            <a:r>
              <a:rPr lang="en-US" sz="2400" dirty="0">
                <a:solidFill>
                  <a:srgbClr val="FFFFFF"/>
                </a:solidFill>
              </a:rPr>
              <a:t>409</a:t>
            </a:r>
            <a:r>
              <a:rPr lang="ru-RU" sz="2400" dirty="0">
                <a:solidFill>
                  <a:srgbClr val="FFFFFF"/>
                </a:solidFill>
              </a:rPr>
              <a:t>ИС-22</a:t>
            </a:r>
          </a:p>
          <a:p>
            <a:r>
              <a:rPr lang="ru-RU" sz="2400" dirty="0" err="1">
                <a:solidFill>
                  <a:srgbClr val="FFFFFF"/>
                </a:solidFill>
              </a:rPr>
              <a:t>Тарубарин</a:t>
            </a:r>
            <a:r>
              <a:rPr lang="ru-RU" sz="2400" dirty="0">
                <a:solidFill>
                  <a:srgbClr val="FFFFFF"/>
                </a:solidFill>
              </a:rPr>
              <a:t> Илья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2C335F7-F61C-4EB4-80F2-4B1438FE66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018679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8895507-C646-A9EA-84C6-47A3CB5F68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Актуальность проекта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74486C9-D9C9-752E-9A20-45A84A7C27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112" y="2097345"/>
            <a:ext cx="6120224" cy="4159076"/>
          </a:xfrm>
        </p:spPr>
        <p:txBody>
          <a:bodyPr>
            <a:normAutofit/>
          </a:bodyPr>
          <a:lstStyle/>
          <a:p>
            <a:r>
              <a:rPr lang="ru-RU" dirty="0"/>
              <a:t>Обучение игре на гитаре требует регулярной практики</a:t>
            </a:r>
          </a:p>
          <a:p>
            <a:r>
              <a:rPr lang="ru-RU" dirty="0"/>
              <a:t>Новичкам сложно:</a:t>
            </a:r>
          </a:p>
          <a:p>
            <a:pPr lvl="1"/>
            <a:r>
              <a:rPr lang="ru-RU" dirty="0"/>
              <a:t>запомнить аккорды</a:t>
            </a:r>
          </a:p>
          <a:p>
            <a:pPr lvl="1"/>
            <a:r>
              <a:rPr lang="ru-RU" dirty="0"/>
              <a:t>подобрать подходящие песни</a:t>
            </a:r>
          </a:p>
          <a:p>
            <a:pPr lvl="1"/>
            <a:r>
              <a:rPr lang="ru-RU" dirty="0"/>
              <a:t>отслеживать свой прогресс</a:t>
            </a:r>
          </a:p>
          <a:p>
            <a:r>
              <a:rPr lang="ru-RU" dirty="0"/>
              <a:t>Большинство существующих приложений:</a:t>
            </a:r>
          </a:p>
          <a:p>
            <a:pPr lvl="1"/>
            <a:r>
              <a:rPr lang="ru-RU" dirty="0"/>
              <a:t>перегружены функционалом</a:t>
            </a:r>
          </a:p>
          <a:p>
            <a:pPr lvl="1"/>
            <a:r>
              <a:rPr lang="ru-RU" dirty="0"/>
              <a:t>ориентированы на платную подписку</a:t>
            </a:r>
          </a:p>
          <a:p>
            <a:pPr marL="0" indent="0">
              <a:buNone/>
            </a:pPr>
            <a:r>
              <a:rPr lang="ru-RU" b="1" dirty="0" err="1"/>
              <a:t>Chorded</a:t>
            </a:r>
            <a:r>
              <a:rPr lang="ru-RU" b="1" dirty="0"/>
              <a:t> решает эти проблемы за счёт простого и наглядного подхода.</a:t>
            </a:r>
            <a:endParaRPr lang="ru-RU" dirty="0"/>
          </a:p>
        </p:txBody>
      </p:sp>
      <p:pic>
        <p:nvPicPr>
          <p:cNvPr id="1026" name="Picture 2" descr="Picture background">
            <a:extLst>
              <a:ext uri="{FF2B5EF4-FFF2-40B4-BE49-F238E27FC236}">
                <a16:creationId xmlns:a16="http://schemas.microsoft.com/office/drawing/2014/main" id="{696F671B-C5F5-3F46-E1BA-218EB07166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55317" y="3150135"/>
            <a:ext cx="4196615" cy="16961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979156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57" name="Rectangle 2056">
            <a:extLst>
              <a:ext uri="{FF2B5EF4-FFF2-40B4-BE49-F238E27FC236}">
                <a16:creationId xmlns:a16="http://schemas.microsoft.com/office/drawing/2014/main" id="{0EC38958-9A69-239A-BA79-2AEC73345F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189F680-F26F-90B4-26AF-F871811EED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3912" y="978408"/>
            <a:ext cx="5513832" cy="1463040"/>
          </a:xfrm>
        </p:spPr>
        <p:txBody>
          <a:bodyPr>
            <a:normAutofit/>
          </a:bodyPr>
          <a:lstStyle/>
          <a:p>
            <a:r>
              <a:rPr lang="ru-RU" dirty="0"/>
              <a:t>Цель и задачи проекта</a:t>
            </a:r>
          </a:p>
        </p:txBody>
      </p:sp>
      <p:pic>
        <p:nvPicPr>
          <p:cNvPr id="2052" name="Picture 4" descr="Picture background">
            <a:extLst>
              <a:ext uri="{FF2B5EF4-FFF2-40B4-BE49-F238E27FC236}">
                <a16:creationId xmlns:a16="http://schemas.microsoft.com/office/drawing/2014/main" id="{F68E86EF-0677-C7DF-9962-993178E8F1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17867" y="1839906"/>
            <a:ext cx="4959823" cy="31742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59" name="Freeform: Shape 2058">
            <a:extLst>
              <a:ext uri="{FF2B5EF4-FFF2-40B4-BE49-F238E27FC236}">
                <a16:creationId xmlns:a16="http://schemas.microsoft.com/office/drawing/2014/main" id="{6EC109E5-0396-8968-4F42-DFEC280363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158484" y="508090"/>
            <a:ext cx="5513832" cy="149279"/>
          </a:xfrm>
          <a:custGeom>
            <a:avLst/>
            <a:gdLst>
              <a:gd name="connsiteX0" fmla="*/ 0 w 6090847"/>
              <a:gd name="connsiteY0" fmla="*/ 0 h 149279"/>
              <a:gd name="connsiteX1" fmla="*/ 6090847 w 6090847"/>
              <a:gd name="connsiteY1" fmla="*/ 0 h 149279"/>
              <a:gd name="connsiteX2" fmla="*/ 6090847 w 6090847"/>
              <a:gd name="connsiteY2" fmla="*/ 149279 h 149279"/>
              <a:gd name="connsiteX3" fmla="*/ 0 w 6090847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090847" h="149279">
                <a:moveTo>
                  <a:pt x="0" y="0"/>
                </a:moveTo>
                <a:lnTo>
                  <a:pt x="6090847" y="0"/>
                </a:lnTo>
                <a:lnTo>
                  <a:pt x="6090847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ADBD1C7-79A1-AD44-9F91-4CDB3EDEBB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3912" y="2473335"/>
            <a:ext cx="5513832" cy="3767328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ru-RU" b="1" dirty="0"/>
              <a:t>Цель:</a:t>
            </a:r>
          </a:p>
          <a:p>
            <a:r>
              <a:rPr lang="ru-RU" dirty="0"/>
              <a:t>Создать мобильное приложение для улучшения навыков гитариста и поиска подходящих по сложности песен для гитаристов,.</a:t>
            </a:r>
          </a:p>
          <a:p>
            <a:pPr marL="0" indent="0">
              <a:buNone/>
            </a:pPr>
            <a:r>
              <a:rPr lang="ru-RU" b="1" dirty="0"/>
              <a:t>Задачи:</a:t>
            </a:r>
          </a:p>
          <a:p>
            <a:r>
              <a:rPr lang="ru-RU" dirty="0"/>
              <a:t>Реализовать каталог аккордов с визуализацией</a:t>
            </a:r>
          </a:p>
          <a:p>
            <a:r>
              <a:rPr lang="ru-RU" dirty="0"/>
              <a:t>Реализовать каталог песен с аккордами</a:t>
            </a:r>
          </a:p>
          <a:p>
            <a:r>
              <a:rPr lang="ru-RU" dirty="0"/>
              <a:t>Реализовать систему поиска и рекомендаций</a:t>
            </a:r>
          </a:p>
          <a:p>
            <a:r>
              <a:rPr lang="ru-RU" dirty="0"/>
              <a:t>Обеспечить хранение прогресса пользователя</a:t>
            </a:r>
          </a:p>
          <a:p>
            <a:r>
              <a:rPr lang="ru-RU" dirty="0"/>
              <a:t>Реализовать гостевой и авторизованный режимы</a:t>
            </a:r>
          </a:p>
          <a:p>
            <a:r>
              <a:rPr lang="ru-RU" dirty="0"/>
              <a:t>Интегрировать базу данных и облачное хранилище</a:t>
            </a:r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171218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3F27295-AB29-644B-321E-0C2427B6B5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На кого рассчитано?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E6229FC-1455-3E99-0773-39A8A33E3B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112" y="2332201"/>
            <a:ext cx="5937344" cy="376732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3200" dirty="0"/>
              <a:t>Приложение предназначено как для начинающих гитаристов, так и для более продвинутых. Каждый найдёт применение!</a:t>
            </a:r>
          </a:p>
        </p:txBody>
      </p:sp>
      <p:pic>
        <p:nvPicPr>
          <p:cNvPr id="5122" name="Picture 2" descr="Picture background">
            <a:extLst>
              <a:ext uri="{FF2B5EF4-FFF2-40B4-BE49-F238E27FC236}">
                <a16:creationId xmlns:a16="http://schemas.microsoft.com/office/drawing/2014/main" id="{17A261FC-1207-0A4D-045A-F4BA20CC24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76524" y="1057094"/>
            <a:ext cx="2925966" cy="44165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962987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02DDCDE-0FC4-6303-4C38-808E0266CA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Основной функционал приложения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59369E1-7BC4-9272-2815-53BD986A75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82075" y="2348243"/>
            <a:ext cx="4548097" cy="3767328"/>
          </a:xfrm>
        </p:spPr>
        <p:txBody>
          <a:bodyPr>
            <a:normAutofit lnSpcReduction="10000"/>
          </a:bodyPr>
          <a:lstStyle/>
          <a:p>
            <a:r>
              <a:rPr lang="ru-RU" sz="2800" dirty="0"/>
              <a:t>Регистрация и авторизация пользователя</a:t>
            </a:r>
            <a:endParaRPr lang="en-US" sz="2800" dirty="0"/>
          </a:p>
          <a:p>
            <a:r>
              <a:rPr lang="ru-RU" sz="2800" dirty="0"/>
              <a:t>Гостевой режим</a:t>
            </a:r>
            <a:endParaRPr lang="en-US" sz="2800" dirty="0"/>
          </a:p>
          <a:p>
            <a:r>
              <a:rPr lang="ru-RU" sz="2800" dirty="0"/>
              <a:t>Просмотр списка аккордов</a:t>
            </a:r>
            <a:endParaRPr lang="en-US" sz="2800" dirty="0"/>
          </a:p>
          <a:p>
            <a:r>
              <a:rPr lang="ru-RU" sz="2800" dirty="0"/>
              <a:t>Просмотр информации об аккорде</a:t>
            </a:r>
            <a:endParaRPr lang="en-US" sz="2800" dirty="0"/>
          </a:p>
          <a:p>
            <a:r>
              <a:rPr lang="ru-RU" sz="2800" dirty="0"/>
              <a:t>Просмотр списка песен</a:t>
            </a:r>
            <a:endParaRPr lang="en-US" sz="2800" dirty="0"/>
          </a:p>
          <a:p>
            <a:endParaRPr lang="ru-RU" sz="2800" dirty="0"/>
          </a:p>
        </p:txBody>
      </p:sp>
      <p:sp>
        <p:nvSpPr>
          <p:cNvPr id="7" name="Объект 2">
            <a:extLst>
              <a:ext uri="{FF2B5EF4-FFF2-40B4-BE49-F238E27FC236}">
                <a16:creationId xmlns:a16="http://schemas.microsoft.com/office/drawing/2014/main" id="{1FFF8112-8238-CADE-3E68-F1F24B3DD7DA}"/>
              </a:ext>
            </a:extLst>
          </p:cNvPr>
          <p:cNvSpPr txBox="1">
            <a:spLocks/>
          </p:cNvSpPr>
          <p:nvPr/>
        </p:nvSpPr>
        <p:spPr>
          <a:xfrm>
            <a:off x="6384597" y="2348243"/>
            <a:ext cx="4548097" cy="3860533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2800" dirty="0"/>
              <a:t>Экран песни:</a:t>
            </a:r>
            <a:endParaRPr lang="en-US" sz="2800" dirty="0"/>
          </a:p>
          <a:p>
            <a:pPr lvl="1"/>
            <a:r>
              <a:rPr lang="ru-RU" sz="2600" dirty="0"/>
              <a:t>список аккордов</a:t>
            </a:r>
            <a:endParaRPr lang="en-US" sz="2600" dirty="0"/>
          </a:p>
          <a:p>
            <a:pPr lvl="1"/>
            <a:r>
              <a:rPr lang="ru-RU" sz="2600" dirty="0"/>
              <a:t>текст песни (</a:t>
            </a:r>
            <a:r>
              <a:rPr lang="ru-RU" sz="2600" dirty="0" err="1"/>
              <a:t>ChordPro</a:t>
            </a:r>
            <a:r>
              <a:rPr lang="ru-RU" sz="2600" dirty="0"/>
              <a:t>)</a:t>
            </a:r>
            <a:endParaRPr lang="en-US" sz="2600" dirty="0"/>
          </a:p>
          <a:p>
            <a:pPr lvl="1"/>
            <a:r>
              <a:rPr lang="ru-RU" sz="2600" dirty="0"/>
              <a:t>воспроизведение аудио</a:t>
            </a:r>
            <a:endParaRPr lang="en-US" sz="2600" dirty="0"/>
          </a:p>
          <a:p>
            <a:r>
              <a:rPr lang="ru-RU" sz="2800" dirty="0"/>
              <a:t>Отметка изученных аккордов и песен</a:t>
            </a:r>
          </a:p>
          <a:p>
            <a:r>
              <a:rPr lang="ru-RU" sz="2800" dirty="0"/>
              <a:t>Умный поиск по песням</a:t>
            </a:r>
          </a:p>
          <a:p>
            <a:r>
              <a:rPr lang="ru-RU" sz="2800" dirty="0"/>
              <a:t>Система рекомендаций</a:t>
            </a:r>
            <a:endParaRPr lang="en-US" sz="2800" dirty="0"/>
          </a:p>
          <a:p>
            <a:r>
              <a:rPr lang="ru-RU" sz="2800" dirty="0"/>
              <a:t>Сохранение прогресса пользователя</a:t>
            </a:r>
          </a:p>
        </p:txBody>
      </p:sp>
    </p:spTree>
    <p:extLst>
      <p:ext uri="{BB962C8B-B14F-4D97-AF65-F5344CB8AC3E}">
        <p14:creationId xmlns:p14="http://schemas.microsoft.com/office/powerpoint/2010/main" val="5754794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B85F64B-16B9-D222-5336-4564D721F0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Работа с аккордами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C295F00F-C883-5B7C-31B4-261FD768BE45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15112" y="2354729"/>
            <a:ext cx="6617529" cy="27392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Аккорды представлены в виде карточек с изображениями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Каждый аккорд имеет: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ru-RU" altLang="ru-RU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название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ru-RU" altLang="ru-RU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изображение постановки пальцев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ru-RU" altLang="ru-RU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уровень сложности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При выборе аккорда отображается: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ru-RU" altLang="ru-RU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его изображение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ru-RU" altLang="ru-RU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список песен, где он используется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ru-RU" altLang="ru-RU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возможность отметить как изученный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463729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1A8BEA-448C-AD43-1739-E0CAB38A4C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76756" y="994450"/>
            <a:ext cx="9238487" cy="1463040"/>
          </a:xfrm>
        </p:spPr>
        <p:txBody>
          <a:bodyPr/>
          <a:lstStyle/>
          <a:p>
            <a:pPr algn="r"/>
            <a:r>
              <a:rPr lang="ru-RU" dirty="0"/>
              <a:t>Работа с песнями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487C56AE-4F53-1540-DE2F-5C9042D9B58A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336632" y="2059394"/>
            <a:ext cx="5334160" cy="27392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Песни хранятся в базе данных</a:t>
            </a: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Каждая песня содержит: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ru-RU" altLang="ru-RU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название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ru-RU" altLang="ru-RU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исполнителя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ru-RU" altLang="ru-RU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список аккордов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ru-RU" altLang="ru-RU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текст в формате </a:t>
            </a:r>
            <a:r>
              <a:rPr kumimoji="0" lang="ru-RU" altLang="ru-RU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ChordPro</a:t>
            </a:r>
            <a:endParaRPr kumimoji="0" lang="ru-RU" altLang="ru-RU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ru-RU" altLang="ru-RU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аудиофайл</a:t>
            </a: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В песне аккорды отображаются в виде </a:t>
            </a:r>
            <a:r>
              <a:rPr kumimoji="0" lang="ru-RU" altLang="ru-RU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кликабельных</a:t>
            </a:r>
            <a:r>
              <a:rPr kumimoji="0" lang="ru-RU" altLang="ru-RU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карточек</a:t>
            </a: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Возможен переход от песни к любому аккорду</a:t>
            </a:r>
          </a:p>
        </p:txBody>
      </p:sp>
    </p:spTree>
    <p:extLst>
      <p:ext uri="{BB962C8B-B14F-4D97-AF65-F5344CB8AC3E}">
        <p14:creationId xmlns:p14="http://schemas.microsoft.com/office/powerpoint/2010/main" val="26970541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E6F73E0-8285-A4B1-3485-A68B23DB21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Архитектура приложения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387181F-1B52-92E9-1775-41D5639563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74134" y="2332201"/>
            <a:ext cx="5911676" cy="3767328"/>
          </a:xfrm>
        </p:spPr>
        <p:txBody>
          <a:bodyPr>
            <a:normAutofit lnSpcReduction="10000"/>
          </a:bodyPr>
          <a:lstStyle/>
          <a:p>
            <a:r>
              <a:rPr lang="ru-RU" dirty="0"/>
              <a:t>Клиентская часть:</a:t>
            </a:r>
          </a:p>
          <a:p>
            <a:pPr lvl="1"/>
            <a:r>
              <a:rPr lang="en-US" dirty="0"/>
              <a:t>Android (Java)</a:t>
            </a:r>
          </a:p>
          <a:p>
            <a:pPr lvl="1"/>
            <a:r>
              <a:rPr lang="en-US" dirty="0" err="1"/>
              <a:t>RecyclerView</a:t>
            </a:r>
            <a:r>
              <a:rPr lang="en-US" dirty="0"/>
              <a:t>, Fragments</a:t>
            </a:r>
          </a:p>
          <a:p>
            <a:r>
              <a:rPr lang="en-US" dirty="0"/>
              <a:t>Backend:</a:t>
            </a:r>
          </a:p>
          <a:p>
            <a:pPr lvl="1"/>
            <a:r>
              <a:rPr lang="en-US" dirty="0"/>
              <a:t>Firebase Authentication</a:t>
            </a:r>
          </a:p>
          <a:p>
            <a:pPr lvl="1"/>
            <a:r>
              <a:rPr lang="en-US" dirty="0"/>
              <a:t>Firebase Firestore</a:t>
            </a:r>
          </a:p>
          <a:p>
            <a:pPr lvl="1"/>
            <a:r>
              <a:rPr lang="en-US" dirty="0"/>
              <a:t>Firebase Storage</a:t>
            </a:r>
          </a:p>
          <a:p>
            <a:r>
              <a:rPr lang="ru-RU" dirty="0"/>
              <a:t>Локальное хранилище:</a:t>
            </a:r>
          </a:p>
          <a:p>
            <a:pPr lvl="1"/>
            <a:r>
              <a:rPr lang="ru-RU" dirty="0"/>
              <a:t>для гостевого режима</a:t>
            </a:r>
          </a:p>
          <a:p>
            <a:r>
              <a:rPr lang="ru-RU" dirty="0"/>
              <a:t>Такой подход позволил ускорить разработку и упростить поддержку проекта.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217105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D5FB32-BDA4-AA08-5B14-097028AFEB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Структура базы данных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8426724-A8D3-FCB8-3E21-9FFC3B234F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b="1" dirty="0"/>
              <a:t>Коллекции </a:t>
            </a:r>
            <a:r>
              <a:rPr lang="ru-RU" b="1" dirty="0" err="1"/>
              <a:t>Firestore</a:t>
            </a:r>
            <a:r>
              <a:rPr lang="ru-RU" b="1" dirty="0"/>
              <a:t>:</a:t>
            </a:r>
            <a:endParaRPr lang="ru-RU" dirty="0"/>
          </a:p>
          <a:p>
            <a:r>
              <a:rPr lang="ru-RU" dirty="0" err="1"/>
              <a:t>users</a:t>
            </a:r>
            <a:r>
              <a:rPr lang="ru-RU" dirty="0"/>
              <a:t> — пользователи и их прогресс</a:t>
            </a:r>
          </a:p>
          <a:p>
            <a:r>
              <a:rPr lang="ru-RU" dirty="0" err="1"/>
              <a:t>songs</a:t>
            </a:r>
            <a:r>
              <a:rPr lang="ru-RU" dirty="0"/>
              <a:t> — песни и связанные аккорды</a:t>
            </a:r>
          </a:p>
          <a:p>
            <a:r>
              <a:rPr lang="ru-RU" dirty="0" err="1"/>
              <a:t>chords</a:t>
            </a:r>
            <a:r>
              <a:rPr lang="ru-RU" dirty="0"/>
              <a:t> — аккорды и изображения</a:t>
            </a:r>
          </a:p>
          <a:p>
            <a:pPr marL="0" indent="0">
              <a:buNone/>
            </a:pPr>
            <a:r>
              <a:rPr lang="ru-RU" dirty="0"/>
              <a:t>Связь песен и аккордов реализована через идентификаторы.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199645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103" name="Rectangle 4102">
            <a:extLst>
              <a:ext uri="{FF2B5EF4-FFF2-40B4-BE49-F238E27FC236}">
                <a16:creationId xmlns:a16="http://schemas.microsoft.com/office/drawing/2014/main" id="{34C0330F-1D4F-4552-B799-615DD237B6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erstadt"/>
              <a:ea typeface="+mn-ea"/>
              <a:cs typeface="+mn-cs"/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B1287A7-7531-396E-EC2F-85BF010458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4754880" cy="1463040"/>
          </a:xfrm>
        </p:spPr>
        <p:txBody>
          <a:bodyPr>
            <a:normAutofit/>
          </a:bodyPr>
          <a:lstStyle/>
          <a:p>
            <a:r>
              <a:rPr lang="ru-RU" dirty="0"/>
              <a:t>Что нужно для разработки?</a:t>
            </a:r>
          </a:p>
        </p:txBody>
      </p:sp>
      <p:sp>
        <p:nvSpPr>
          <p:cNvPr id="4105" name="Rectangle 4104">
            <a:extLst>
              <a:ext uri="{FF2B5EF4-FFF2-40B4-BE49-F238E27FC236}">
                <a16:creationId xmlns:a16="http://schemas.microsoft.com/office/drawing/2014/main" id="{92BE0106-0C20-465B-A1BE-0BAC2737B1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1" y="508090"/>
            <a:ext cx="4672966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erstadt"/>
              <a:ea typeface="+mn-ea"/>
              <a:cs typeface="+mn-cs"/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E04AEB7-8DBF-A19F-16BC-37F1D2A228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2578608"/>
            <a:ext cx="4672584" cy="3767328"/>
          </a:xfrm>
        </p:spPr>
        <p:txBody>
          <a:bodyPr>
            <a:normAutofit/>
          </a:bodyPr>
          <a:lstStyle/>
          <a:p>
            <a:r>
              <a:rPr lang="ru-RU" dirty="0"/>
              <a:t>Язык: </a:t>
            </a:r>
            <a:r>
              <a:rPr lang="en-US" dirty="0"/>
              <a:t>Java</a:t>
            </a:r>
          </a:p>
          <a:p>
            <a:r>
              <a:rPr lang="ru-RU" dirty="0"/>
              <a:t>Среда разработки: </a:t>
            </a:r>
            <a:r>
              <a:rPr lang="en-US" dirty="0"/>
              <a:t>Android Studio</a:t>
            </a:r>
          </a:p>
          <a:p>
            <a:r>
              <a:rPr lang="en-US" dirty="0"/>
              <a:t>Backend: Firebase</a:t>
            </a:r>
          </a:p>
          <a:p>
            <a:r>
              <a:rPr lang="ru-RU" dirty="0"/>
              <a:t>Хранение изображений и аудио: </a:t>
            </a:r>
            <a:r>
              <a:rPr lang="en-US" dirty="0"/>
              <a:t>Firebase Storage</a:t>
            </a:r>
          </a:p>
          <a:p>
            <a:r>
              <a:rPr lang="ru-RU" dirty="0"/>
              <a:t>Загрузка изображений: </a:t>
            </a:r>
            <a:r>
              <a:rPr lang="en-US" dirty="0"/>
              <a:t>Glide</a:t>
            </a:r>
          </a:p>
          <a:p>
            <a:r>
              <a:rPr lang="ru-RU" dirty="0"/>
              <a:t>Воспроизведение аудио: </a:t>
            </a:r>
            <a:r>
              <a:rPr lang="en-US" dirty="0" err="1"/>
              <a:t>MediaPlayer</a:t>
            </a:r>
            <a:endParaRPr lang="en-US" dirty="0"/>
          </a:p>
          <a:p>
            <a:r>
              <a:rPr lang="ru-RU" dirty="0"/>
              <a:t>Прототипирование интерфейсов: </a:t>
            </a:r>
            <a:r>
              <a:rPr lang="en-US" dirty="0"/>
              <a:t>Figma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pic>
        <p:nvPicPr>
          <p:cNvPr id="4098" name="Picture 2" descr="Picture background">
            <a:extLst>
              <a:ext uri="{FF2B5EF4-FFF2-40B4-BE49-F238E27FC236}">
                <a16:creationId xmlns:a16="http://schemas.microsoft.com/office/drawing/2014/main" id="{F67A931D-A828-2A2E-0ED3-920236DBBF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240" r="18332" b="-1"/>
          <a:stretch>
            <a:fillRect/>
          </a:stretch>
        </p:blipFill>
        <p:spPr bwMode="auto">
          <a:xfrm>
            <a:off x="5958018" y="508090"/>
            <a:ext cx="5709726" cy="58469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273043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CE743FB-EE36-ACDB-47F3-35902D724E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Этапы разработки (</a:t>
            </a:r>
            <a:r>
              <a:rPr lang="en-US" dirty="0"/>
              <a:t>Sprint-</a:t>
            </a:r>
            <a:r>
              <a:rPr lang="ru-RU" dirty="0"/>
              <a:t>подход)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A319C4FB-8752-DE83-5D8D-32BFFCAB4D60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Sprint 1 — ТЗ, структура БД, прототипы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Sprint 2 — Авторизация и основной экран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Sprint 3 — Реализация аккордов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Sprint 4 — Реализация песен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Sprint 5 — Прогресс и гостевой режим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Sprint 6 — Аудио и UX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Sprint 7 — Тестирование и подготовка к сдаче</a:t>
            </a:r>
          </a:p>
        </p:txBody>
      </p:sp>
    </p:spTree>
    <p:extLst>
      <p:ext uri="{BB962C8B-B14F-4D97-AF65-F5344CB8AC3E}">
        <p14:creationId xmlns:p14="http://schemas.microsoft.com/office/powerpoint/2010/main" val="10783168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1" name="Freeform: Shape 3080">
            <a:extLst>
              <a:ext uri="{FF2B5EF4-FFF2-40B4-BE49-F238E27FC236}">
                <a16:creationId xmlns:a16="http://schemas.microsoft.com/office/drawing/2014/main" id="{774A975B-A886-5202-0489-6965514A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083" name="Freeform: Shape 3082">
            <a:extLst>
              <a:ext uri="{FF2B5EF4-FFF2-40B4-BE49-F238E27FC236}">
                <a16:creationId xmlns:a16="http://schemas.microsoft.com/office/drawing/2014/main" id="{EA67E988-5919-57BB-C7DE-D3EAD38A30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6209925"/>
            <a:ext cx="11155680" cy="45719"/>
          </a:xfrm>
          <a:custGeom>
            <a:avLst/>
            <a:gdLst/>
            <a:ahLst/>
            <a:cxnLst/>
            <a:rect l="l" t="t" r="r" b="b"/>
            <a:pathLst>
              <a:path w="8715708" h="45719">
                <a:moveTo>
                  <a:pt x="0" y="0"/>
                </a:moveTo>
                <a:lnTo>
                  <a:pt x="3694525" y="0"/>
                </a:lnTo>
                <a:lnTo>
                  <a:pt x="5021183" y="0"/>
                </a:lnTo>
                <a:lnTo>
                  <a:pt x="8715708" y="0"/>
                </a:lnTo>
                <a:lnTo>
                  <a:pt x="8715708" y="45719"/>
                </a:lnTo>
                <a:lnTo>
                  <a:pt x="5021183" y="45719"/>
                </a:lnTo>
                <a:lnTo>
                  <a:pt x="3694525" y="45719"/>
                </a:lnTo>
                <a:lnTo>
                  <a:pt x="0" y="4571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 useBgFill="1">
        <p:nvSpPr>
          <p:cNvPr id="3085" name="Rectangle 3084">
            <a:extLst>
              <a:ext uri="{FF2B5EF4-FFF2-40B4-BE49-F238E27FC236}">
                <a16:creationId xmlns:a16="http://schemas.microsoft.com/office/drawing/2014/main" id="{B99FAEB5-D20D-48E2-B67F-57D161AE47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AD304C0-B66D-46FC-5299-734666F64E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7869" y="602355"/>
            <a:ext cx="3063811" cy="2280377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ru-RU" sz="3900" dirty="0"/>
              <a:t>Анализ готовых решений</a:t>
            </a:r>
            <a:endParaRPr lang="en-US" sz="3900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7DD0455-A67C-83AA-E7ED-D9F4DC4462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7869" y="3348845"/>
            <a:ext cx="3063812" cy="2340313"/>
          </a:xfrm>
        </p:spPr>
        <p:txBody>
          <a:bodyPr vert="horz" lIns="91440" tIns="45720" rIns="91440" bIns="45720" rtlCol="0" anchor="t">
            <a:normAutofit fontScale="70000" lnSpcReduction="20000"/>
          </a:bodyPr>
          <a:lstStyle/>
          <a:p>
            <a:pPr marL="0" indent="0">
              <a:buNone/>
            </a:pPr>
            <a:r>
              <a:rPr lang="ru-RU" sz="2200" i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Приложение </a:t>
            </a:r>
            <a:r>
              <a:rPr lang="en-US" sz="2200" i="1" dirty="0"/>
              <a:t>chorded </a:t>
            </a:r>
            <a:r>
              <a:rPr lang="ru-RU" sz="2200" i="1" dirty="0"/>
              <a:t>возьмёт некоторые функции из таких приложений как:</a:t>
            </a:r>
            <a:endParaRPr lang="ru-RU" sz="2200" i="1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0" indent="0">
              <a:buNone/>
            </a:pPr>
            <a:r>
              <a:rPr lang="en-US" sz="2200" i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GuitarTuna</a:t>
            </a:r>
            <a:r>
              <a:rPr lang="ru-RU" sz="2200" i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(библиотека с песнями и аккордами)</a:t>
            </a:r>
            <a:r>
              <a:rPr lang="en-US" sz="2200" i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</a:t>
            </a:r>
            <a:endParaRPr lang="ru-RU" sz="2200" i="1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0" indent="0">
              <a:buNone/>
            </a:pPr>
            <a:r>
              <a:rPr lang="en-US" sz="2200" i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Yousician</a:t>
            </a:r>
            <a:r>
              <a:rPr lang="ru-RU" sz="2200" i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(система изучения аккордов/навыков)</a:t>
            </a:r>
            <a:r>
              <a:rPr lang="en-US" sz="2200" i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</a:t>
            </a:r>
            <a:endParaRPr lang="ru-RU" sz="2200" i="1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0" indent="0">
              <a:buNone/>
            </a:pPr>
            <a:r>
              <a:rPr lang="en-US" sz="2200" i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Chord ai</a:t>
            </a:r>
            <a:r>
              <a:rPr lang="ru-RU" sz="2200" i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(база аккордов и песен)</a:t>
            </a:r>
            <a:endParaRPr lang="en-US" sz="2200" i="1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3074" name="Picture 2" descr="Picture background">
            <a:extLst>
              <a:ext uri="{FF2B5EF4-FFF2-40B4-BE49-F238E27FC236}">
                <a16:creationId xmlns:a16="http://schemas.microsoft.com/office/drawing/2014/main" id="{6B44D590-9CEF-B6AF-C883-85B7D089B8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938854" y="1607783"/>
            <a:ext cx="3829562" cy="38295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Picture background">
            <a:extLst>
              <a:ext uri="{FF2B5EF4-FFF2-40B4-BE49-F238E27FC236}">
                <a16:creationId xmlns:a16="http://schemas.microsoft.com/office/drawing/2014/main" id="{4AA473B4-CFE9-5837-0CAE-68D2236404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948580" y="1607783"/>
            <a:ext cx="3829562" cy="38295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1503435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75F6832-F7C6-4F64-35E5-8EEF13E3CF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Результат работы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2C57BC0-FEC0-8815-071E-F500A9661C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/>
              <a:t>В результате был разработан:</a:t>
            </a:r>
          </a:p>
          <a:p>
            <a:r>
              <a:rPr lang="ru-RU" dirty="0"/>
              <a:t>Рабочий </a:t>
            </a:r>
            <a:r>
              <a:rPr lang="ru-RU" dirty="0" err="1"/>
              <a:t>Android</a:t>
            </a:r>
            <a:r>
              <a:rPr lang="ru-RU" dirty="0"/>
              <a:t>-прототип приложения</a:t>
            </a:r>
          </a:p>
          <a:p>
            <a:r>
              <a:rPr lang="ru-RU" dirty="0"/>
              <a:t>Реализован основной функционал</a:t>
            </a:r>
          </a:p>
          <a:p>
            <a:r>
              <a:rPr lang="ru-RU" dirty="0"/>
              <a:t>Настроено хранение данных и прогресса</a:t>
            </a:r>
          </a:p>
          <a:p>
            <a:r>
              <a:rPr lang="ru-RU" dirty="0"/>
              <a:t>Подготовлена архитектура для дальнейшего расширения</a:t>
            </a:r>
          </a:p>
          <a:p>
            <a:r>
              <a:rPr lang="ru-RU" dirty="0"/>
              <a:t>Приложение готово к демонстрации и дальнейшему развитию.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73893855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C0AA92-0E44-0C5A-A85D-38A99D8BAE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Заключение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AD00F7A-3565-BE86-904F-2BFE443D15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/>
              <a:t>Проект «</a:t>
            </a:r>
            <a:r>
              <a:rPr lang="ru-RU" dirty="0" err="1"/>
              <a:t>Chorded</a:t>
            </a:r>
            <a:r>
              <a:rPr lang="ru-RU" dirty="0"/>
              <a:t>» демонстрирует:</a:t>
            </a:r>
          </a:p>
          <a:p>
            <a:r>
              <a:rPr lang="ru-RU" dirty="0"/>
              <a:t>навыки </a:t>
            </a:r>
            <a:r>
              <a:rPr lang="ru-RU" dirty="0" err="1"/>
              <a:t>Android</a:t>
            </a:r>
            <a:r>
              <a:rPr lang="ru-RU" dirty="0"/>
              <a:t>-разработки</a:t>
            </a:r>
          </a:p>
          <a:p>
            <a:r>
              <a:rPr lang="ru-RU" dirty="0"/>
              <a:t>работу с облачными сервисами</a:t>
            </a:r>
          </a:p>
          <a:p>
            <a:r>
              <a:rPr lang="ru-RU" dirty="0"/>
              <a:t>проектирование архитектуры</a:t>
            </a:r>
          </a:p>
          <a:p>
            <a:r>
              <a:rPr lang="ru-RU" dirty="0"/>
              <a:t>полный цикл разработки мобильного приложения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319710818"/>
      </p:ext>
    </p:extLst>
  </p:cSld>
  <p:clrMapOvr>
    <a:masterClrMapping/>
  </p:clrMapOvr>
</p:sld>
</file>

<file path=ppt/theme/theme1.xml><?xml version="1.0" encoding="utf-8"?>
<a:theme xmlns:a="http://schemas.openxmlformats.org/drawingml/2006/main" name="GestaltVTI">
  <a:themeElements>
    <a:clrScheme name="Gestalt">
      <a:dk1>
        <a:srgbClr val="000000"/>
      </a:dk1>
      <a:lt1>
        <a:sysClr val="window" lastClr="FFFFFF"/>
      </a:lt1>
      <a:dk2>
        <a:srgbClr val="262626"/>
      </a:dk2>
      <a:lt2>
        <a:srgbClr val="F7F7F7"/>
      </a:lt2>
      <a:accent1>
        <a:srgbClr val="EBA000"/>
      </a:accent1>
      <a:accent2>
        <a:srgbClr val="00BAC8"/>
      </a:accent2>
      <a:accent3>
        <a:srgbClr val="E64823"/>
      </a:accent3>
      <a:accent4>
        <a:srgbClr val="4D5AFF"/>
      </a:accent4>
      <a:accent5>
        <a:srgbClr val="FE5D21"/>
      </a:accent5>
      <a:accent6>
        <a:srgbClr val="00C777"/>
      </a:accent6>
      <a:hlink>
        <a:srgbClr val="2998E3"/>
      </a:hlink>
      <a:folHlink>
        <a:srgbClr val="939393"/>
      </a:folHlink>
    </a:clrScheme>
    <a:fontScheme name="Gestalt">
      <a:majorFont>
        <a:latin typeface="Bierstadt"/>
        <a:ea typeface=""/>
        <a:cs typeface=""/>
      </a:majorFont>
      <a:minorFont>
        <a:latin typeface="Bierstad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GestaltVTI" id="{4F87C71D-53D1-4B71-BF97-FD0EA4B25665}" vid="{A110AFC4-8D8A-4C02-8885-7BA370B379B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TM03090434[[fn=Дерево]]</Template>
  <TotalTime>107</TotalTime>
  <Words>490</Words>
  <Application>Microsoft Office PowerPoint</Application>
  <PresentationFormat>Широкоэкранный</PresentationFormat>
  <Paragraphs>110</Paragraphs>
  <Slides>14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14</vt:i4>
      </vt:variant>
    </vt:vector>
  </HeadingPairs>
  <TitlesOfParts>
    <vt:vector size="17" baseType="lpstr">
      <vt:lpstr>Arial</vt:lpstr>
      <vt:lpstr>Bierstadt</vt:lpstr>
      <vt:lpstr>GestaltVTI</vt:lpstr>
      <vt:lpstr>Разработка мобильного приложения chorded♪</vt:lpstr>
      <vt:lpstr>Актуальность проекта</vt:lpstr>
      <vt:lpstr>Цель и задачи проекта</vt:lpstr>
      <vt:lpstr>На кого рассчитано?</vt:lpstr>
      <vt:lpstr>Основной функционал приложения</vt:lpstr>
      <vt:lpstr>Работа с аккордами</vt:lpstr>
      <vt:lpstr>Работа с песнями</vt:lpstr>
      <vt:lpstr>Архитектура приложения</vt:lpstr>
      <vt:lpstr>Структура базы данных</vt:lpstr>
      <vt:lpstr>Что нужно для разработки?</vt:lpstr>
      <vt:lpstr>Этапы разработки (Sprint-подход)</vt:lpstr>
      <vt:lpstr>Анализ готовых решений</vt:lpstr>
      <vt:lpstr>Результат работы</vt:lpstr>
      <vt:lpstr>Заключение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Ilya Tarubarin</dc:creator>
  <cp:lastModifiedBy>Ilya Tarubarin</cp:lastModifiedBy>
  <cp:revision>1</cp:revision>
  <dcterms:created xsi:type="dcterms:W3CDTF">2025-09-10T22:18:12Z</dcterms:created>
  <dcterms:modified xsi:type="dcterms:W3CDTF">2025-12-19T23:07:58Z</dcterms:modified>
</cp:coreProperties>
</file>