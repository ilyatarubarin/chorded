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4" r:id="rId8"/>
    <p:sldId id="265" r:id="rId9"/>
    <p:sldId id="266" r:id="rId10"/>
    <p:sldId id="262" r:id="rId11"/>
    <p:sldId id="267" r:id="rId12"/>
    <p:sldId id="261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ya Tarubarin" userId="37cdbbeae8292093" providerId="LiveId" clId="{351C7745-CFA2-417B-91D5-E5C8A52064BB}"/>
    <pc:docChg chg="undo redo custSel addSld modSld sldOrd addMainMaster delMainMaster">
      <pc:chgData name="Ilya Tarubarin" userId="37cdbbeae8292093" providerId="LiveId" clId="{351C7745-CFA2-417B-91D5-E5C8A52064BB}" dt="2025-12-19T23:07:50.120" v="3122" actId="5793"/>
      <pc:docMkLst>
        <pc:docMk/>
      </pc:docMkLst>
      <pc:sldChg chg="addSp modSp new mod">
        <pc:chgData name="Ilya Tarubarin" userId="37cdbbeae8292093" providerId="LiveId" clId="{351C7745-CFA2-417B-91D5-E5C8A52064BB}" dt="2025-12-19T22:36:43.364" v="2594" actId="5793"/>
        <pc:sldMkLst>
          <pc:docMk/>
          <pc:sldMk cId="3397915655" sldId="257"/>
        </pc:sldMkLst>
        <pc:spChg chg="mod">
          <ac:chgData name="Ilya Tarubarin" userId="37cdbbeae8292093" providerId="LiveId" clId="{351C7745-CFA2-417B-91D5-E5C8A52064BB}" dt="2025-12-19T22:35:58.335" v="2582"/>
          <ac:spMkLst>
            <pc:docMk/>
            <pc:sldMk cId="3397915655" sldId="257"/>
            <ac:spMk id="2" creationId="{58895507-C646-A9EA-84C6-47A3CB5F68D8}"/>
          </ac:spMkLst>
        </pc:spChg>
        <pc:spChg chg="mod">
          <ac:chgData name="Ilya Tarubarin" userId="37cdbbeae8292093" providerId="LiveId" clId="{351C7745-CFA2-417B-91D5-E5C8A52064BB}" dt="2025-12-19T22:36:43.364" v="2594" actId="5793"/>
          <ac:spMkLst>
            <pc:docMk/>
            <pc:sldMk cId="3397915655" sldId="257"/>
            <ac:spMk id="3" creationId="{874486C9-D9C9-752E-9A20-45A84A7C27BF}"/>
          </ac:spMkLst>
        </pc:spChg>
      </pc:sldChg>
      <pc:sldChg chg="addSp delSp modSp new mod ord setBg">
        <pc:chgData name="Ilya Tarubarin" userId="37cdbbeae8292093" providerId="LiveId" clId="{351C7745-CFA2-417B-91D5-E5C8A52064BB}" dt="2025-12-19T22:59:02.833" v="2778" actId="27636"/>
        <pc:sldMkLst>
          <pc:docMk/>
          <pc:sldMk cId="796298754" sldId="258"/>
        </pc:sldMkLst>
        <pc:spChg chg="mod">
          <ac:chgData name="Ilya Tarubarin" userId="37cdbbeae8292093" providerId="LiveId" clId="{351C7745-CFA2-417B-91D5-E5C8A52064BB}" dt="2025-12-19T22:59:02.833" v="2778" actId="27636"/>
          <ac:spMkLst>
            <pc:docMk/>
            <pc:sldMk cId="796298754" sldId="258"/>
            <ac:spMk id="3" creationId="{8E6229FC-1455-3E99-0773-39A8A33E3B4C}"/>
          </ac:spMkLst>
        </pc:spChg>
      </pc:sldChg>
      <pc:sldChg chg="addSp modSp new mod setBg">
        <pc:chgData name="Ilya Tarubarin" userId="37cdbbeae8292093" providerId="LiveId" clId="{351C7745-CFA2-417B-91D5-E5C8A52064BB}" dt="2025-12-19T23:07:29.495" v="3120" actId="20577"/>
        <pc:sldMkLst>
          <pc:docMk/>
          <pc:sldMk cId="317121891" sldId="259"/>
        </pc:sldMkLst>
        <pc:spChg chg="mod">
          <ac:chgData name="Ilya Tarubarin" userId="37cdbbeae8292093" providerId="LiveId" clId="{351C7745-CFA2-417B-91D5-E5C8A52064BB}" dt="2025-12-19T22:36:52.925" v="2595"/>
          <ac:spMkLst>
            <pc:docMk/>
            <pc:sldMk cId="317121891" sldId="259"/>
            <ac:spMk id="2" creationId="{4189F680-F26F-90B4-26AF-F871811EEDC0}"/>
          </ac:spMkLst>
        </pc:spChg>
        <pc:spChg chg="mod ord">
          <ac:chgData name="Ilya Tarubarin" userId="37cdbbeae8292093" providerId="LiveId" clId="{351C7745-CFA2-417B-91D5-E5C8A52064BB}" dt="2025-12-19T23:07:29.495" v="3120" actId="20577"/>
          <ac:spMkLst>
            <pc:docMk/>
            <pc:sldMk cId="317121891" sldId="259"/>
            <ac:spMk id="3" creationId="{2ADBD1C7-79A1-AD44-9F91-4CDB3EDEBB2E}"/>
          </ac:spMkLst>
        </pc:spChg>
      </pc:sldChg>
      <pc:sldChg chg="addSp delSp modSp new mod">
        <pc:chgData name="Ilya Tarubarin" userId="37cdbbeae8292093" providerId="LiveId" clId="{351C7745-CFA2-417B-91D5-E5C8A52064BB}" dt="2025-12-19T22:55:04.568" v="2765" actId="20577"/>
        <pc:sldMkLst>
          <pc:docMk/>
          <pc:sldMk cId="575479488" sldId="260"/>
        </pc:sldMkLst>
        <pc:spChg chg="mod">
          <ac:chgData name="Ilya Tarubarin" userId="37cdbbeae8292093" providerId="LiveId" clId="{351C7745-CFA2-417B-91D5-E5C8A52064BB}" dt="2025-12-19T22:37:49.567" v="2606"/>
          <ac:spMkLst>
            <pc:docMk/>
            <pc:sldMk cId="575479488" sldId="260"/>
            <ac:spMk id="2" creationId="{802DDCDE-0FC4-6303-4C38-808E0266CABE}"/>
          </ac:spMkLst>
        </pc:spChg>
        <pc:spChg chg="add del mod">
          <ac:chgData name="Ilya Tarubarin" userId="37cdbbeae8292093" providerId="LiveId" clId="{351C7745-CFA2-417B-91D5-E5C8A52064BB}" dt="2025-12-19T22:39:02.340" v="2642" actId="27636"/>
          <ac:spMkLst>
            <pc:docMk/>
            <pc:sldMk cId="575479488" sldId="260"/>
            <ac:spMk id="3" creationId="{759369E1-7BC4-9272-2815-53BD986A75E7}"/>
          </ac:spMkLst>
        </pc:spChg>
        <pc:spChg chg="add">
          <ac:chgData name="Ilya Tarubarin" userId="37cdbbeae8292093" providerId="LiveId" clId="{351C7745-CFA2-417B-91D5-E5C8A52064BB}" dt="2025-12-19T22:37:55.309" v="2607"/>
          <ac:spMkLst>
            <pc:docMk/>
            <pc:sldMk cId="575479488" sldId="260"/>
            <ac:spMk id="4" creationId="{13ACAD0E-3A32-89E9-B1CA-CCCDDC92459D}"/>
          </ac:spMkLst>
        </pc:spChg>
        <pc:spChg chg="add mod">
          <ac:chgData name="Ilya Tarubarin" userId="37cdbbeae8292093" providerId="LiveId" clId="{351C7745-CFA2-417B-91D5-E5C8A52064BB}" dt="2025-12-19T22:38:11.005" v="2612"/>
          <ac:spMkLst>
            <pc:docMk/>
            <pc:sldMk cId="575479488" sldId="260"/>
            <ac:spMk id="5" creationId="{800EBF96-95CF-323F-4A03-04213C2E25C9}"/>
          </ac:spMkLst>
        </pc:spChg>
        <pc:spChg chg="add mod">
          <ac:chgData name="Ilya Tarubarin" userId="37cdbbeae8292093" providerId="LiveId" clId="{351C7745-CFA2-417B-91D5-E5C8A52064BB}" dt="2025-12-19T22:38:14.307" v="2614"/>
          <ac:spMkLst>
            <pc:docMk/>
            <pc:sldMk cId="575479488" sldId="260"/>
            <ac:spMk id="6" creationId="{8FB4E5E4-1846-4C71-B901-1C5367BE24F0}"/>
          </ac:spMkLst>
        </pc:spChg>
        <pc:spChg chg="add mod">
          <ac:chgData name="Ilya Tarubarin" userId="37cdbbeae8292093" providerId="LiveId" clId="{351C7745-CFA2-417B-91D5-E5C8A52064BB}" dt="2025-12-19T22:55:04.568" v="2765" actId="20577"/>
          <ac:spMkLst>
            <pc:docMk/>
            <pc:sldMk cId="575479488" sldId="260"/>
            <ac:spMk id="7" creationId="{1FFF8112-8238-CADE-3E68-F1F24B3DD7DA}"/>
          </ac:spMkLst>
        </pc:spChg>
      </pc:sldChg>
      <pc:sldChg chg="addSp modSp new mod ord setBg">
        <pc:chgData name="Ilya Tarubarin" userId="37cdbbeae8292093" providerId="LiveId" clId="{351C7745-CFA2-417B-91D5-E5C8A52064BB}" dt="2025-12-19T22:44:22.384" v="2692"/>
        <pc:sldMkLst>
          <pc:docMk/>
          <pc:sldMk cId="815034353" sldId="261"/>
        </pc:sldMkLst>
      </pc:sldChg>
      <pc:sldChg chg="addSp modSp new mod ord setBg">
        <pc:chgData name="Ilya Tarubarin" userId="37cdbbeae8292093" providerId="LiveId" clId="{351C7745-CFA2-417B-91D5-E5C8A52064BB}" dt="2025-12-19T22:41:53.234" v="2681"/>
        <pc:sldMkLst>
          <pc:docMk/>
          <pc:sldMk cId="2227304390" sldId="262"/>
        </pc:sldMkLst>
        <pc:spChg chg="mod">
          <ac:chgData name="Ilya Tarubarin" userId="37cdbbeae8292093" providerId="LiveId" clId="{351C7745-CFA2-417B-91D5-E5C8A52064BB}" dt="2025-12-19T22:41:53.234" v="2681"/>
          <ac:spMkLst>
            <pc:docMk/>
            <pc:sldMk cId="2227304390" sldId="262"/>
            <ac:spMk id="3" creationId="{0E04AEB7-8DBF-A19F-16BC-37F1D2A22888}"/>
          </ac:spMkLst>
        </pc:spChg>
      </pc:sldChg>
      <pc:sldChg chg="addSp delSp modSp new mod">
        <pc:chgData name="Ilya Tarubarin" userId="37cdbbeae8292093" providerId="LiveId" clId="{351C7745-CFA2-417B-91D5-E5C8A52064BB}" dt="2025-12-19T22:55:16.326" v="2771" actId="15"/>
        <pc:sldMkLst>
          <pc:docMk/>
          <pc:sldMk cId="3546372970" sldId="263"/>
        </pc:sldMkLst>
        <pc:spChg chg="mod">
          <ac:chgData name="Ilya Tarubarin" userId="37cdbbeae8292093" providerId="LiveId" clId="{351C7745-CFA2-417B-91D5-E5C8A52064BB}" dt="2025-12-19T22:39:44.095" v="2648"/>
          <ac:spMkLst>
            <pc:docMk/>
            <pc:sldMk cId="3546372970" sldId="263"/>
            <ac:spMk id="2" creationId="{BB85F64B-16B9-D222-5336-4564D721F037}"/>
          </ac:spMkLst>
        </pc:spChg>
        <pc:spChg chg="add del">
          <ac:chgData name="Ilya Tarubarin" userId="37cdbbeae8292093" providerId="LiveId" clId="{351C7745-CFA2-417B-91D5-E5C8A52064BB}" dt="2025-12-19T22:39:54.318" v="2653"/>
          <ac:spMkLst>
            <pc:docMk/>
            <pc:sldMk cId="3546372970" sldId="263"/>
            <ac:spMk id="3" creationId="{3F46E132-AE87-6201-458F-A6F337C21FF4}"/>
          </ac:spMkLst>
        </pc:spChg>
        <pc:spChg chg="add mod">
          <ac:chgData name="Ilya Tarubarin" userId="37cdbbeae8292093" providerId="LiveId" clId="{351C7745-CFA2-417B-91D5-E5C8A52064BB}" dt="2025-12-19T22:55:16.326" v="2771" actId="15"/>
          <ac:spMkLst>
            <pc:docMk/>
            <pc:sldMk cId="3546372970" sldId="263"/>
            <ac:spMk id="4" creationId="{C295F00F-C883-5B7C-31B4-261FD768BE45}"/>
          </ac:spMkLst>
        </pc:spChg>
      </pc:sldChg>
      <pc:sldChg chg="addSp delSp modSp new mod">
        <pc:chgData name="Ilya Tarubarin" userId="37cdbbeae8292093" providerId="LiveId" clId="{351C7745-CFA2-417B-91D5-E5C8A52064BB}" dt="2025-12-19T22:55:22.970" v="2776" actId="15"/>
        <pc:sldMkLst>
          <pc:docMk/>
          <pc:sldMk cId="2697054171" sldId="264"/>
        </pc:sldMkLst>
        <pc:spChg chg="mod">
          <ac:chgData name="Ilya Tarubarin" userId="37cdbbeae8292093" providerId="LiveId" clId="{351C7745-CFA2-417B-91D5-E5C8A52064BB}" dt="2025-12-19T22:40:57.314" v="2669" actId="1076"/>
          <ac:spMkLst>
            <pc:docMk/>
            <pc:sldMk cId="2697054171" sldId="264"/>
            <ac:spMk id="2" creationId="{F51A8BEA-448C-AD43-1739-E0CAB38A4CCD}"/>
          </ac:spMkLst>
        </pc:spChg>
        <pc:spChg chg="del mod">
          <ac:chgData name="Ilya Tarubarin" userId="37cdbbeae8292093" providerId="LiveId" clId="{351C7745-CFA2-417B-91D5-E5C8A52064BB}" dt="2025-12-19T22:40:19.868" v="2660"/>
          <ac:spMkLst>
            <pc:docMk/>
            <pc:sldMk cId="2697054171" sldId="264"/>
            <ac:spMk id="3" creationId="{8A5ACE03-A025-1413-EF15-CF279EBE54E1}"/>
          </ac:spMkLst>
        </pc:spChg>
        <pc:spChg chg="add mod">
          <ac:chgData name="Ilya Tarubarin" userId="37cdbbeae8292093" providerId="LiveId" clId="{351C7745-CFA2-417B-91D5-E5C8A52064BB}" dt="2025-12-19T22:55:22.970" v="2776" actId="15"/>
          <ac:spMkLst>
            <pc:docMk/>
            <pc:sldMk cId="2697054171" sldId="264"/>
            <ac:spMk id="4" creationId="{487C56AE-4F53-1540-DE2F-5C9042D9B58A}"/>
          </ac:spMkLst>
        </pc:spChg>
      </pc:sldChg>
      <pc:sldChg chg="modSp new mod">
        <pc:chgData name="Ilya Tarubarin" userId="37cdbbeae8292093" providerId="LiveId" clId="{351C7745-CFA2-417B-91D5-E5C8A52064BB}" dt="2025-12-19T22:41:20.193" v="2675" actId="1076"/>
        <pc:sldMkLst>
          <pc:docMk/>
          <pc:sldMk cId="2821710503" sldId="265"/>
        </pc:sldMkLst>
        <pc:spChg chg="mod">
          <ac:chgData name="Ilya Tarubarin" userId="37cdbbeae8292093" providerId="LiveId" clId="{351C7745-CFA2-417B-91D5-E5C8A52064BB}" dt="2025-12-19T22:41:07.851" v="2671"/>
          <ac:spMkLst>
            <pc:docMk/>
            <pc:sldMk cId="2821710503" sldId="265"/>
            <ac:spMk id="2" creationId="{1E6F73E0-8285-A4B1-3485-A68B23DB21F8}"/>
          </ac:spMkLst>
        </pc:spChg>
        <pc:spChg chg="mod">
          <ac:chgData name="Ilya Tarubarin" userId="37cdbbeae8292093" providerId="LiveId" clId="{351C7745-CFA2-417B-91D5-E5C8A52064BB}" dt="2025-12-19T22:41:20.193" v="2675" actId="1076"/>
          <ac:spMkLst>
            <pc:docMk/>
            <pc:sldMk cId="2821710503" sldId="265"/>
            <ac:spMk id="3" creationId="{F387181F-1B52-92E9-1775-41D56395630F}"/>
          </ac:spMkLst>
        </pc:spChg>
      </pc:sldChg>
      <pc:sldChg chg="modSp new mod">
        <pc:chgData name="Ilya Tarubarin" userId="37cdbbeae8292093" providerId="LiveId" clId="{351C7745-CFA2-417B-91D5-E5C8A52064BB}" dt="2025-12-19T23:02:54.557" v="3103" actId="5793"/>
        <pc:sldMkLst>
          <pc:docMk/>
          <pc:sldMk cId="3219964524" sldId="266"/>
        </pc:sldMkLst>
        <pc:spChg chg="mod">
          <ac:chgData name="Ilya Tarubarin" userId="37cdbbeae8292093" providerId="LiveId" clId="{351C7745-CFA2-417B-91D5-E5C8A52064BB}" dt="2025-12-19T22:41:30.864" v="2677"/>
          <ac:spMkLst>
            <pc:docMk/>
            <pc:sldMk cId="3219964524" sldId="266"/>
            <ac:spMk id="2" creationId="{E3D5FB32-BDA4-AA08-5B14-097028AFEB0A}"/>
          </ac:spMkLst>
        </pc:spChg>
        <pc:spChg chg="mod">
          <ac:chgData name="Ilya Tarubarin" userId="37cdbbeae8292093" providerId="LiveId" clId="{351C7745-CFA2-417B-91D5-E5C8A52064BB}" dt="2025-12-19T23:02:54.557" v="3103" actId="5793"/>
          <ac:spMkLst>
            <pc:docMk/>
            <pc:sldMk cId="3219964524" sldId="266"/>
            <ac:spMk id="3" creationId="{A8426724-A8D3-FCB8-3E21-9FFC3B234F2C}"/>
          </ac:spMkLst>
        </pc:spChg>
      </pc:sldChg>
      <pc:sldChg chg="addSp delSp modSp new">
        <pc:chgData name="Ilya Tarubarin" userId="37cdbbeae8292093" providerId="LiveId" clId="{351C7745-CFA2-417B-91D5-E5C8A52064BB}" dt="2025-12-19T22:42:15.188" v="2684"/>
        <pc:sldMkLst>
          <pc:docMk/>
          <pc:sldMk cId="1078316829" sldId="267"/>
        </pc:sldMkLst>
        <pc:spChg chg="mod">
          <ac:chgData name="Ilya Tarubarin" userId="37cdbbeae8292093" providerId="LiveId" clId="{351C7745-CFA2-417B-91D5-E5C8A52064BB}" dt="2025-12-19T22:42:07.389" v="2683"/>
          <ac:spMkLst>
            <pc:docMk/>
            <pc:sldMk cId="1078316829" sldId="267"/>
            <ac:spMk id="2" creationId="{BCE743FB-EE36-ACDB-47F3-35902D724ED0}"/>
          </ac:spMkLst>
        </pc:spChg>
        <pc:spChg chg="del">
          <ac:chgData name="Ilya Tarubarin" userId="37cdbbeae8292093" providerId="LiveId" clId="{351C7745-CFA2-417B-91D5-E5C8A52064BB}" dt="2025-12-19T22:42:15.188" v="2684"/>
          <ac:spMkLst>
            <pc:docMk/>
            <pc:sldMk cId="1078316829" sldId="267"/>
            <ac:spMk id="3" creationId="{CE63327C-CEC3-1F91-EA3F-78A4FFC55260}"/>
          </ac:spMkLst>
        </pc:spChg>
        <pc:spChg chg="add mod">
          <ac:chgData name="Ilya Tarubarin" userId="37cdbbeae8292093" providerId="LiveId" clId="{351C7745-CFA2-417B-91D5-E5C8A52064BB}" dt="2025-12-19T22:42:15.188" v="2684"/>
          <ac:spMkLst>
            <pc:docMk/>
            <pc:sldMk cId="1078316829" sldId="267"/>
            <ac:spMk id="4" creationId="{A319C4FB-8752-DE83-5D8D-32BFFCAB4D60}"/>
          </ac:spMkLst>
        </pc:spChg>
      </pc:sldChg>
      <pc:sldChg chg="modSp new mod">
        <pc:chgData name="Ilya Tarubarin" userId="37cdbbeae8292093" providerId="LiveId" clId="{351C7745-CFA2-417B-91D5-E5C8A52064BB}" dt="2025-12-19T23:07:50.120" v="3122" actId="5793"/>
        <pc:sldMkLst>
          <pc:docMk/>
          <pc:sldMk cId="3738938552" sldId="268"/>
        </pc:sldMkLst>
        <pc:spChg chg="mod">
          <ac:chgData name="Ilya Tarubarin" userId="37cdbbeae8292093" providerId="LiveId" clId="{351C7745-CFA2-417B-91D5-E5C8A52064BB}" dt="2025-12-19T22:42:28.467" v="2686"/>
          <ac:spMkLst>
            <pc:docMk/>
            <pc:sldMk cId="3738938552" sldId="268"/>
            <ac:spMk id="2" creationId="{A75F6832-F7C6-4F64-35E5-8EEF13E3CF9C}"/>
          </ac:spMkLst>
        </pc:spChg>
        <pc:spChg chg="mod">
          <ac:chgData name="Ilya Tarubarin" userId="37cdbbeae8292093" providerId="LiveId" clId="{351C7745-CFA2-417B-91D5-E5C8A52064BB}" dt="2025-12-19T23:07:50.120" v="3122" actId="5793"/>
          <ac:spMkLst>
            <pc:docMk/>
            <pc:sldMk cId="3738938552" sldId="268"/>
            <ac:spMk id="3" creationId="{A2C57BC0-FEC0-8815-071E-F500A9661C24}"/>
          </ac:spMkLst>
        </pc:spChg>
      </pc:sldChg>
      <pc:sldChg chg="modSp new mod">
        <pc:chgData name="Ilya Tarubarin" userId="37cdbbeae8292093" providerId="LiveId" clId="{351C7745-CFA2-417B-91D5-E5C8A52064BB}" dt="2025-12-19T23:07:45.268" v="3121" actId="5793"/>
        <pc:sldMkLst>
          <pc:docMk/>
          <pc:sldMk cId="2319710818" sldId="269"/>
        </pc:sldMkLst>
        <pc:spChg chg="mod">
          <ac:chgData name="Ilya Tarubarin" userId="37cdbbeae8292093" providerId="LiveId" clId="{351C7745-CFA2-417B-91D5-E5C8A52064BB}" dt="2025-12-19T22:42:54.508" v="2689"/>
          <ac:spMkLst>
            <pc:docMk/>
            <pc:sldMk cId="2319710818" sldId="269"/>
            <ac:spMk id="2" creationId="{D0C0AA92-0E44-0C5A-A85D-38A99D8BAE05}"/>
          </ac:spMkLst>
        </pc:spChg>
        <pc:spChg chg="mod">
          <ac:chgData name="Ilya Tarubarin" userId="37cdbbeae8292093" providerId="LiveId" clId="{351C7745-CFA2-417B-91D5-E5C8A52064BB}" dt="2025-12-19T23:07:45.268" v="3121" actId="5793"/>
          <ac:spMkLst>
            <pc:docMk/>
            <pc:sldMk cId="2319710818" sldId="269"/>
            <ac:spMk id="3" creationId="{4AD00F7A-3565-BE86-904F-2BFE443D15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9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9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4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2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6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6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7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4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87FEC-D433-3774-A5BE-C9B250CC3D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5077" b="22576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21160-CADE-2CF9-7B4E-C98B65AA8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5600" dirty="0">
                <a:solidFill>
                  <a:srgbClr val="FFFFFF"/>
                </a:solidFill>
              </a:rPr>
              <a:t>Разработка мобильного приложения </a:t>
            </a:r>
            <a:r>
              <a:rPr lang="en-US" sz="5600" dirty="0">
                <a:solidFill>
                  <a:srgbClr val="FFFFFF"/>
                </a:solidFill>
              </a:rPr>
              <a:t>chorded</a:t>
            </a:r>
            <a:r>
              <a:rPr lang="ru-RU" sz="5600" dirty="0">
                <a:solidFill>
                  <a:srgbClr val="FFFFFF"/>
                </a:solidFill>
              </a:rPr>
              <a:t>♪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90E0D7-0EF5-0BB9-07CB-EB842C971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ru-RU" sz="2400" dirty="0">
                <a:solidFill>
                  <a:srgbClr val="FFFFFF"/>
                </a:solidFill>
              </a:rPr>
              <a:t>Выполнил студент </a:t>
            </a:r>
            <a:r>
              <a:rPr lang="en-US" sz="2400" dirty="0">
                <a:solidFill>
                  <a:srgbClr val="FFFFFF"/>
                </a:solidFill>
              </a:rPr>
              <a:t>409</a:t>
            </a:r>
            <a:r>
              <a:rPr lang="ru-RU" sz="2400" dirty="0">
                <a:solidFill>
                  <a:srgbClr val="FFFFFF"/>
                </a:solidFill>
              </a:rPr>
              <a:t>ИС-22</a:t>
            </a:r>
          </a:p>
          <a:p>
            <a:r>
              <a:rPr lang="ru-RU" sz="2400" dirty="0" err="1">
                <a:solidFill>
                  <a:srgbClr val="FFFFFF"/>
                </a:solidFill>
              </a:rPr>
              <a:t>Тарубарин</a:t>
            </a:r>
            <a:r>
              <a:rPr lang="ru-RU" sz="2400" dirty="0">
                <a:solidFill>
                  <a:srgbClr val="FFFFFF"/>
                </a:solidFill>
              </a:rPr>
              <a:t> Илья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86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95507-C646-A9EA-84C6-47A3CB5F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486C9-D9C9-752E-9A20-45A84A7C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097345"/>
            <a:ext cx="6120224" cy="4159076"/>
          </a:xfrm>
        </p:spPr>
        <p:txBody>
          <a:bodyPr>
            <a:normAutofit/>
          </a:bodyPr>
          <a:lstStyle/>
          <a:p>
            <a:r>
              <a:rPr lang="ru-RU" dirty="0"/>
              <a:t>Обучение игре на гитаре требует регулярной практики</a:t>
            </a:r>
          </a:p>
          <a:p>
            <a:r>
              <a:rPr lang="ru-RU" dirty="0"/>
              <a:t>Новичкам сложно:</a:t>
            </a:r>
          </a:p>
          <a:p>
            <a:pPr lvl="1"/>
            <a:r>
              <a:rPr lang="ru-RU" dirty="0"/>
              <a:t>запомнить аккорды</a:t>
            </a:r>
          </a:p>
          <a:p>
            <a:pPr lvl="1"/>
            <a:r>
              <a:rPr lang="ru-RU" dirty="0"/>
              <a:t>подобрать подходящие песни</a:t>
            </a:r>
          </a:p>
          <a:p>
            <a:pPr lvl="1"/>
            <a:r>
              <a:rPr lang="ru-RU" dirty="0"/>
              <a:t>отслеживать свой прогресс</a:t>
            </a:r>
          </a:p>
          <a:p>
            <a:r>
              <a:rPr lang="ru-RU" dirty="0"/>
              <a:t>Большинство существующих приложений:</a:t>
            </a:r>
          </a:p>
          <a:p>
            <a:pPr lvl="1"/>
            <a:r>
              <a:rPr lang="ru-RU" dirty="0"/>
              <a:t>перегружены функционалом</a:t>
            </a:r>
          </a:p>
          <a:p>
            <a:pPr lvl="1"/>
            <a:r>
              <a:rPr lang="ru-RU" dirty="0"/>
              <a:t>ориентированы на платную подписку</a:t>
            </a:r>
          </a:p>
          <a:p>
            <a:pPr marL="0" indent="0">
              <a:buNone/>
            </a:pPr>
            <a:r>
              <a:rPr lang="ru-RU" b="1" dirty="0" err="1"/>
              <a:t>Chorded</a:t>
            </a:r>
            <a:r>
              <a:rPr lang="ru-RU" b="1" dirty="0"/>
              <a:t> решает эти проблемы за счёт простого и наглядного подхода.</a:t>
            </a:r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96F671B-C5F5-3F46-E1BA-218EB0716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317" y="3150135"/>
            <a:ext cx="4196615" cy="1696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915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9F680-F26F-90B4-26AF-F871811E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ru-RU" dirty="0"/>
              <a:t>Цель и задачи проекта</a:t>
            </a: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F68E86EF-0677-C7DF-9962-993178E8F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839906"/>
            <a:ext cx="4959823" cy="317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DBD1C7-79A1-AD44-9F91-4CDB3EDEB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473335"/>
            <a:ext cx="5513832" cy="37673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Цель:</a:t>
            </a:r>
          </a:p>
          <a:p>
            <a:r>
              <a:rPr lang="ru-RU" dirty="0"/>
              <a:t>Создать мобильное приложение для улучшения навыков гитариста и поиска подходящих по сложности песен для гитаристов,.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</a:p>
          <a:p>
            <a:r>
              <a:rPr lang="ru-RU" dirty="0"/>
              <a:t>Реализовать каталог аккордов с визуализацией</a:t>
            </a:r>
          </a:p>
          <a:p>
            <a:r>
              <a:rPr lang="ru-RU" dirty="0"/>
              <a:t>Реализовать каталог песен с аккордами</a:t>
            </a:r>
          </a:p>
          <a:p>
            <a:r>
              <a:rPr lang="ru-RU" dirty="0"/>
              <a:t>Реализовать систему поиска и рекомендаций</a:t>
            </a:r>
          </a:p>
          <a:p>
            <a:r>
              <a:rPr lang="ru-RU" dirty="0"/>
              <a:t>Обеспечить хранение прогресса пользователя</a:t>
            </a:r>
          </a:p>
          <a:p>
            <a:r>
              <a:rPr lang="ru-RU" dirty="0"/>
              <a:t>Реализовать гостевой и авторизованный режимы</a:t>
            </a:r>
          </a:p>
          <a:p>
            <a:r>
              <a:rPr lang="ru-RU" dirty="0"/>
              <a:t>Интегрировать базу данных и облачное хранилище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12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F27295-AB29-644B-321E-0C2427B6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кого рассчитано?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229FC-1455-3E99-0773-39A8A33E3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332201"/>
            <a:ext cx="5937344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Приложение предназначено как для начинающих гитаристов, так и для более продвинутых. Каждый найдёт применение!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17A261FC-1207-0A4D-045A-F4BA20CC2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524" y="1057094"/>
            <a:ext cx="2925966" cy="441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29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DDCDE-0FC4-6303-4C38-808E0266C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Основной функционал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9369E1-7BC4-9272-2815-53BD986A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075" y="2348243"/>
            <a:ext cx="4548097" cy="3767328"/>
          </a:xfrm>
        </p:spPr>
        <p:txBody>
          <a:bodyPr>
            <a:normAutofit lnSpcReduction="10000"/>
          </a:bodyPr>
          <a:lstStyle/>
          <a:p>
            <a:r>
              <a:rPr lang="ru-RU" sz="2800" dirty="0"/>
              <a:t>Регистрация и авторизация пользователя</a:t>
            </a:r>
            <a:endParaRPr lang="en-US" sz="2800" dirty="0"/>
          </a:p>
          <a:p>
            <a:r>
              <a:rPr lang="ru-RU" sz="2800" dirty="0"/>
              <a:t>Гостевой режим</a:t>
            </a:r>
            <a:endParaRPr lang="en-US" sz="2800" dirty="0"/>
          </a:p>
          <a:p>
            <a:r>
              <a:rPr lang="ru-RU" sz="2800" dirty="0"/>
              <a:t>Просмотр списка аккордов</a:t>
            </a:r>
            <a:endParaRPr lang="en-US" sz="2800" dirty="0"/>
          </a:p>
          <a:p>
            <a:r>
              <a:rPr lang="ru-RU" sz="2800" dirty="0"/>
              <a:t>Просмотр информации об аккорде</a:t>
            </a:r>
            <a:endParaRPr lang="en-US" sz="2800" dirty="0"/>
          </a:p>
          <a:p>
            <a:r>
              <a:rPr lang="ru-RU" sz="2800" dirty="0"/>
              <a:t>Просмотр списка песен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1FFF8112-8238-CADE-3E68-F1F24B3DD7DA}"/>
              </a:ext>
            </a:extLst>
          </p:cNvPr>
          <p:cNvSpPr txBox="1">
            <a:spLocks/>
          </p:cNvSpPr>
          <p:nvPr/>
        </p:nvSpPr>
        <p:spPr>
          <a:xfrm>
            <a:off x="6384597" y="2348243"/>
            <a:ext cx="4548097" cy="38605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Экран песни:</a:t>
            </a:r>
            <a:endParaRPr lang="en-US" sz="2800" dirty="0"/>
          </a:p>
          <a:p>
            <a:pPr lvl="1"/>
            <a:r>
              <a:rPr lang="ru-RU" sz="2600" dirty="0"/>
              <a:t>список аккордов</a:t>
            </a:r>
            <a:endParaRPr lang="en-US" sz="2600" dirty="0"/>
          </a:p>
          <a:p>
            <a:pPr lvl="1"/>
            <a:r>
              <a:rPr lang="ru-RU" sz="2600" dirty="0"/>
              <a:t>текст песни (</a:t>
            </a:r>
            <a:r>
              <a:rPr lang="ru-RU" sz="2600" dirty="0" err="1"/>
              <a:t>ChordPro</a:t>
            </a:r>
            <a:r>
              <a:rPr lang="ru-RU" sz="2600" dirty="0"/>
              <a:t>)</a:t>
            </a:r>
            <a:endParaRPr lang="en-US" sz="2600" dirty="0"/>
          </a:p>
          <a:p>
            <a:pPr lvl="1"/>
            <a:r>
              <a:rPr lang="ru-RU" sz="2600" dirty="0"/>
              <a:t>воспроизведение аудио</a:t>
            </a:r>
            <a:endParaRPr lang="en-US" sz="2600" dirty="0"/>
          </a:p>
          <a:p>
            <a:r>
              <a:rPr lang="ru-RU" sz="2800" dirty="0"/>
              <a:t>Отметка изученных аккордов и песен</a:t>
            </a:r>
          </a:p>
          <a:p>
            <a:r>
              <a:rPr lang="ru-RU" sz="2800" dirty="0"/>
              <a:t>Умный поиск по песням</a:t>
            </a:r>
          </a:p>
          <a:p>
            <a:r>
              <a:rPr lang="ru-RU" sz="2800" dirty="0"/>
              <a:t>Система рекомендаций</a:t>
            </a:r>
            <a:endParaRPr lang="en-US" sz="2800" dirty="0"/>
          </a:p>
          <a:p>
            <a:r>
              <a:rPr lang="ru-RU" sz="2800" dirty="0"/>
              <a:t>Сохранение прогресса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57547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5F64B-16B9-D222-5336-4564D721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аккордами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95F00F-C883-5B7C-31B4-261FD768BE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603" y="2247006"/>
            <a:ext cx="437152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Аккорды представлены в виде карточек с изображениями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Каждый аккорд имеет: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название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изображение постановки пальцев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уровень сложности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 выборе аккорда отображается: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его изображение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список песен, где он используется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возможность отметить как изученный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Как играть баррэ на гитаре — SAMESOUND">
            <a:extLst>
              <a:ext uri="{FF2B5EF4-FFF2-40B4-BE49-F238E27FC236}">
                <a16:creationId xmlns:a16="http://schemas.microsoft.com/office/drawing/2014/main" id="{A50F7784-7430-A13F-A578-42E7D627A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316" y="2593573"/>
            <a:ext cx="5277571" cy="226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37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A8BEA-448C-AD43-1739-E0CAB38A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56" y="994450"/>
            <a:ext cx="9238487" cy="1463040"/>
          </a:xfrm>
        </p:spPr>
        <p:txBody>
          <a:bodyPr/>
          <a:lstStyle/>
          <a:p>
            <a:pPr algn="r"/>
            <a:r>
              <a:rPr lang="ru-RU" dirty="0"/>
              <a:t>Работа с песнями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7C56AE-4F53-1540-DE2F-5C9042D9B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6632" y="2059394"/>
            <a:ext cx="5334160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Песни хранятся в базе данных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Каждая песня содержит: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название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исполнителя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список аккордов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текст в формате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ChordPro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аудиофайл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 песне аккорды отображаются в виде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кликабельных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карточек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Возможен переход от песни к любому аккорду</a:t>
            </a:r>
          </a:p>
        </p:txBody>
      </p:sp>
      <p:pic>
        <p:nvPicPr>
          <p:cNvPr id="2050" name="Picture 2" descr="Ван Хален, Эдди — Википедия">
            <a:extLst>
              <a:ext uri="{FF2B5EF4-FFF2-40B4-BE49-F238E27FC236}">
                <a16:creationId xmlns:a16="http://schemas.microsoft.com/office/drawing/2014/main" id="{165D1B20-F5FE-054B-EBCA-BA06852EA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827" y="1034242"/>
            <a:ext cx="3053992" cy="450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054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F73E0-8285-A4B1-3485-A68B23DB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87181F-1B52-92E9-1775-41D563956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134" y="2332201"/>
            <a:ext cx="5911676" cy="376732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Клиентская часть:</a:t>
            </a:r>
          </a:p>
          <a:p>
            <a:pPr lvl="1"/>
            <a:r>
              <a:rPr lang="en-US" dirty="0"/>
              <a:t>Android (Java)</a:t>
            </a:r>
          </a:p>
          <a:p>
            <a:pPr lvl="1"/>
            <a:r>
              <a:rPr lang="en-US" dirty="0" err="1"/>
              <a:t>RecyclerView</a:t>
            </a:r>
            <a:r>
              <a:rPr lang="en-US" dirty="0"/>
              <a:t>, Fragments</a:t>
            </a:r>
          </a:p>
          <a:p>
            <a:r>
              <a:rPr lang="en-US" dirty="0"/>
              <a:t>Backend:</a:t>
            </a:r>
          </a:p>
          <a:p>
            <a:pPr lvl="1"/>
            <a:r>
              <a:rPr lang="en-US" dirty="0"/>
              <a:t>Firebase Authentication</a:t>
            </a:r>
          </a:p>
          <a:p>
            <a:pPr lvl="1"/>
            <a:r>
              <a:rPr lang="en-US" dirty="0"/>
              <a:t>Firebase Firestore</a:t>
            </a:r>
          </a:p>
          <a:p>
            <a:pPr lvl="1"/>
            <a:r>
              <a:rPr lang="en-US" dirty="0"/>
              <a:t>Firebase Storage</a:t>
            </a:r>
          </a:p>
          <a:p>
            <a:r>
              <a:rPr lang="ru-RU" dirty="0"/>
              <a:t>Локальное хранилище:</a:t>
            </a:r>
          </a:p>
          <a:p>
            <a:pPr lvl="1"/>
            <a:r>
              <a:rPr lang="ru-RU" dirty="0"/>
              <a:t>для гостевого режима</a:t>
            </a:r>
          </a:p>
          <a:p>
            <a:r>
              <a:rPr lang="ru-RU" dirty="0"/>
              <a:t>Такой подход позволил ускорить разработку и упростить поддержку проекта.</a:t>
            </a:r>
          </a:p>
          <a:p>
            <a:endParaRPr lang="ru-RU" dirty="0"/>
          </a:p>
        </p:txBody>
      </p:sp>
      <p:pic>
        <p:nvPicPr>
          <p:cNvPr id="3074" name="Picture 2" descr="150 миллионов градусов Цельсия: крупнейший в мире ядерный реактор получил  магнитное ядро массой 3000 тонн">
            <a:extLst>
              <a:ext uri="{FF2B5EF4-FFF2-40B4-BE49-F238E27FC236}">
                <a16:creationId xmlns:a16="http://schemas.microsoft.com/office/drawing/2014/main" id="{09C37C2E-82F2-B358-BBD2-6063F49D5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130" y="2250702"/>
            <a:ext cx="4701509" cy="308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710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5FB32-BDA4-AA08-5B14-097028AF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426724-A8D3-FCB8-3E21-9FFC3B23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375257" cy="3767328"/>
          </a:xfrm>
        </p:spPr>
        <p:txBody>
          <a:bodyPr/>
          <a:lstStyle/>
          <a:p>
            <a:r>
              <a:rPr lang="ru-RU" b="1" dirty="0"/>
              <a:t>Коллекции </a:t>
            </a:r>
            <a:r>
              <a:rPr lang="ru-RU" b="1" dirty="0" err="1"/>
              <a:t>Firestore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 err="1"/>
              <a:t>users</a:t>
            </a:r>
            <a:r>
              <a:rPr lang="ru-RU" dirty="0"/>
              <a:t> — пользователи и их прогресс</a:t>
            </a:r>
          </a:p>
          <a:p>
            <a:r>
              <a:rPr lang="ru-RU" dirty="0" err="1"/>
              <a:t>songs</a:t>
            </a:r>
            <a:r>
              <a:rPr lang="ru-RU" dirty="0"/>
              <a:t> — песни и связанные аккорды</a:t>
            </a:r>
          </a:p>
          <a:p>
            <a:r>
              <a:rPr lang="ru-RU" dirty="0" err="1"/>
              <a:t>chords</a:t>
            </a:r>
            <a:r>
              <a:rPr lang="ru-RU" dirty="0"/>
              <a:t> — аккорды и изображения</a:t>
            </a:r>
          </a:p>
          <a:p>
            <a:pPr marL="0" indent="0">
              <a:buNone/>
            </a:pPr>
            <a:r>
              <a:rPr lang="ru-RU" dirty="0"/>
              <a:t>Связь песен и аккордов реализована через идентификаторы.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BDE434-85FB-3308-156E-0AB9EC328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03275"/>
            <a:ext cx="5485068" cy="296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64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287A7-7531-396E-EC2F-85BF0104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ru-RU" dirty="0"/>
              <a:t>Что нужно для разработки?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04AEB7-8DBF-A19F-16BC-37F1D2A2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ru-RU" dirty="0"/>
              <a:t>Язык: </a:t>
            </a:r>
            <a:r>
              <a:rPr lang="en-US" dirty="0"/>
              <a:t>Java</a:t>
            </a:r>
          </a:p>
          <a:p>
            <a:r>
              <a:rPr lang="ru-RU" dirty="0"/>
              <a:t>Среда разработки: </a:t>
            </a:r>
            <a:r>
              <a:rPr lang="en-US" dirty="0"/>
              <a:t>Android Studio</a:t>
            </a:r>
          </a:p>
          <a:p>
            <a:r>
              <a:rPr lang="en-US" dirty="0"/>
              <a:t>Backend: Firebase</a:t>
            </a:r>
          </a:p>
          <a:p>
            <a:r>
              <a:rPr lang="ru-RU" dirty="0"/>
              <a:t>Хранение изображений и аудио: </a:t>
            </a:r>
            <a:r>
              <a:rPr lang="en-US" dirty="0"/>
              <a:t>Firebase Storage</a:t>
            </a:r>
          </a:p>
          <a:p>
            <a:r>
              <a:rPr lang="ru-RU" dirty="0"/>
              <a:t>Загрузка изображений: </a:t>
            </a:r>
            <a:r>
              <a:rPr lang="en-US" dirty="0"/>
              <a:t>Glide</a:t>
            </a:r>
          </a:p>
          <a:p>
            <a:r>
              <a:rPr lang="ru-RU" dirty="0"/>
              <a:t>Воспроизведение аудио: </a:t>
            </a:r>
            <a:r>
              <a:rPr lang="en-US" dirty="0" err="1"/>
              <a:t>MediaPlayer</a:t>
            </a:r>
            <a:endParaRPr lang="en-US" dirty="0"/>
          </a:p>
          <a:p>
            <a:r>
              <a:rPr lang="ru-RU" dirty="0"/>
              <a:t>Прототипирование интерфейсов: </a:t>
            </a:r>
            <a:r>
              <a:rPr lang="en-US" dirty="0"/>
              <a:t>Figma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F67A931D-A828-2A2E-0ED3-920236DBB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0" r="18332" b="-1"/>
          <a:stretch>
            <a:fillRect/>
          </a:stretch>
        </p:blipFill>
        <p:spPr bwMode="auto">
          <a:xfrm>
            <a:off x="5958018" y="508090"/>
            <a:ext cx="5709726" cy="58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30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743FB-EE36-ACDB-47F3-35902D72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 разработки (</a:t>
            </a:r>
            <a:r>
              <a:rPr lang="en-US" dirty="0"/>
              <a:t>Sprint-</a:t>
            </a:r>
            <a:r>
              <a:rPr lang="ru-RU" dirty="0"/>
              <a:t>подход)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19C4FB-8752-DE83-5D8D-32BFFCAB4D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784634"/>
            <a:ext cx="53154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1 — ТЗ, структура БД, прототипы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2 — Авторизация и основной экран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3 — Реализация аккордов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4 — Реализация песен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5 — Прогресс и гостевой режим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6 — Аудио и 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7 — Тестирование и подготовка к сдаче</a:t>
            </a:r>
          </a:p>
        </p:txBody>
      </p:sp>
      <p:pic>
        <p:nvPicPr>
          <p:cNvPr id="4098" name="Picture 2" descr="Легкоатлет Усэйн Болт намерен завершить карьеру в 2017 году – Москва 24,  03.08.2014">
            <a:extLst>
              <a:ext uri="{FF2B5EF4-FFF2-40B4-BE49-F238E27FC236}">
                <a16:creationId xmlns:a16="http://schemas.microsoft.com/office/drawing/2014/main" id="{33DC8505-E8AB-C98F-1F2A-DBA165F96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432" y="2441448"/>
            <a:ext cx="5176568" cy="271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31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B99FAEB5-D20D-48E2-B67F-57D161AE4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D304C0-B66D-46FC-5299-734666F6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602355"/>
            <a:ext cx="3063811" cy="2280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3900" dirty="0"/>
              <a:t>Анализ готовых решений</a:t>
            </a:r>
            <a:endParaRPr lang="en-US" sz="39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DD0455-A67C-83AA-E7ED-D9F4DC44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69" y="3348845"/>
            <a:ext cx="3063812" cy="234031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ru-RU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Приложение </a:t>
            </a:r>
            <a:r>
              <a:rPr lang="en-US" sz="2200" i="1" dirty="0"/>
              <a:t>chorded </a:t>
            </a:r>
            <a:r>
              <a:rPr lang="ru-RU" sz="2200" i="1" dirty="0"/>
              <a:t>возьмёт некоторые функции из таких приложений как:</a:t>
            </a:r>
            <a:endParaRPr lang="ru-RU" sz="2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2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GuitarTuna</a:t>
            </a:r>
            <a:r>
              <a:rPr lang="ru-RU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(библиотека с песнями и аккордами)</a:t>
            </a: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endParaRPr lang="ru-RU" sz="2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2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Yousician</a:t>
            </a:r>
            <a:r>
              <a:rPr lang="ru-RU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(система изучения аккордов/навыков)</a:t>
            </a: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endParaRPr lang="ru-RU" sz="2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Chord ai</a:t>
            </a:r>
            <a:r>
              <a:rPr lang="ru-RU" sz="2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(база аккордов и песен)</a:t>
            </a:r>
            <a:endParaRPr lang="en-US" sz="2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6B44D590-9CEF-B6AF-C883-85B7D089B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8854" y="1607783"/>
            <a:ext cx="3829562" cy="382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4AA473B4-CFE9-5837-0CAE-68D223640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48580" y="1607783"/>
            <a:ext cx="3829562" cy="382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034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F6832-F7C6-4F64-35E5-8EEF13E3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C57BC0-FEC0-8815-071E-F500A9661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результате был разработан:</a:t>
            </a:r>
          </a:p>
          <a:p>
            <a:r>
              <a:rPr lang="ru-RU" dirty="0"/>
              <a:t>Рабочий </a:t>
            </a:r>
            <a:r>
              <a:rPr lang="ru-RU" dirty="0" err="1"/>
              <a:t>Android</a:t>
            </a:r>
            <a:r>
              <a:rPr lang="ru-RU" dirty="0"/>
              <a:t>-прототип приложения</a:t>
            </a:r>
          </a:p>
          <a:p>
            <a:r>
              <a:rPr lang="ru-RU" dirty="0"/>
              <a:t>Реализован основной функционал</a:t>
            </a:r>
          </a:p>
          <a:p>
            <a:r>
              <a:rPr lang="ru-RU" dirty="0"/>
              <a:t>Настроено хранение данных и прогресса</a:t>
            </a:r>
          </a:p>
          <a:p>
            <a:r>
              <a:rPr lang="ru-RU" dirty="0"/>
              <a:t>Подготовлена архитектура для дальнейшего расширения</a:t>
            </a:r>
          </a:p>
          <a:p>
            <a:r>
              <a:rPr lang="ru-RU" dirty="0"/>
              <a:t>Приложение готово к демонстрации и дальнейшему развитию.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83155F-77A4-0217-34CE-821CE52EB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575" y="1103431"/>
            <a:ext cx="2359128" cy="524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38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0AA92-0E44-0C5A-A85D-38A99D8B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D00F7A-3565-BE86-904F-2BFE443D1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Проект «</a:t>
            </a:r>
            <a:r>
              <a:rPr lang="ru-RU" dirty="0" err="1"/>
              <a:t>Chorded</a:t>
            </a:r>
            <a:r>
              <a:rPr lang="ru-RU" dirty="0"/>
              <a:t>» демонстрирует:</a:t>
            </a:r>
          </a:p>
          <a:p>
            <a:r>
              <a:rPr lang="ru-RU" dirty="0"/>
              <a:t>навыки </a:t>
            </a:r>
            <a:r>
              <a:rPr lang="ru-RU" dirty="0" err="1"/>
              <a:t>Android</a:t>
            </a:r>
            <a:r>
              <a:rPr lang="ru-RU" dirty="0"/>
              <a:t>-разработки</a:t>
            </a:r>
          </a:p>
          <a:p>
            <a:r>
              <a:rPr lang="ru-RU" dirty="0"/>
              <a:t>работу с облачными сервисами</a:t>
            </a:r>
          </a:p>
          <a:p>
            <a:r>
              <a:rPr lang="ru-RU" dirty="0"/>
              <a:t>проектирование архитектуры</a:t>
            </a:r>
          </a:p>
          <a:p>
            <a:r>
              <a:rPr lang="ru-RU" dirty="0"/>
              <a:t>полный цикл разработки мобильного приложения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2FE96B-AF35-1D86-40E2-2269273A3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613" y="978408"/>
            <a:ext cx="2477115" cy="550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1081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114</TotalTime>
  <Words>490</Words>
  <Application>Microsoft Office PowerPoint</Application>
  <PresentationFormat>Широкоэкранный</PresentationFormat>
  <Paragraphs>110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Bierstadt</vt:lpstr>
      <vt:lpstr>GestaltVTI</vt:lpstr>
      <vt:lpstr>Разработка мобильного приложения chorded♪</vt:lpstr>
      <vt:lpstr>Актуальность проекта</vt:lpstr>
      <vt:lpstr>Цель и задачи проекта</vt:lpstr>
      <vt:lpstr>На кого рассчитано?</vt:lpstr>
      <vt:lpstr>Основной функционал приложения</vt:lpstr>
      <vt:lpstr>Работа с аккордами</vt:lpstr>
      <vt:lpstr>Работа с песнями</vt:lpstr>
      <vt:lpstr>Архитектура приложения</vt:lpstr>
      <vt:lpstr>Структура базы данных</vt:lpstr>
      <vt:lpstr>Что нужно для разработки?</vt:lpstr>
      <vt:lpstr>Этапы разработки (Sprint-подход)</vt:lpstr>
      <vt:lpstr>Анализ готовых решений</vt:lpstr>
      <vt:lpstr>Результат работы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Ilya Tarubarin</dc:creator>
  <cp:lastModifiedBy>Ilya Tarubarin</cp:lastModifiedBy>
  <cp:revision>3</cp:revision>
  <dcterms:created xsi:type="dcterms:W3CDTF">2025-09-10T22:18:12Z</dcterms:created>
  <dcterms:modified xsi:type="dcterms:W3CDTF">2025-12-20T12:00:10Z</dcterms:modified>
</cp:coreProperties>
</file>